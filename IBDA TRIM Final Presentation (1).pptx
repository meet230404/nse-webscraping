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707" r:id="rId2"/>
    <p:sldId id="4708" r:id="rId3"/>
    <p:sldId id="257" r:id="rId4"/>
    <p:sldId id="4851" r:id="rId5"/>
    <p:sldId id="4713" r:id="rId6"/>
    <p:sldId id="4852" r:id="rId7"/>
    <p:sldId id="4843" r:id="rId8"/>
    <p:sldId id="4844" r:id="rId9"/>
    <p:sldId id="4845" r:id="rId10"/>
    <p:sldId id="4846" r:id="rId11"/>
    <p:sldId id="4847" r:id="rId12"/>
    <p:sldId id="4848" r:id="rId13"/>
    <p:sldId id="4849" r:id="rId14"/>
    <p:sldId id="4841" r:id="rId15"/>
    <p:sldId id="4850" r:id="rId16"/>
    <p:sldId id="483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0C389-7825-4E3A-9A8A-1DE5754654BB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7C53F5-9136-4DA8-933D-0D1C5D2B73FC}">
      <dgm:prSet phldrT="[Text]" phldr="0"/>
      <dgm:spPr/>
      <dgm:t>
        <a:bodyPr/>
        <a:lstStyle/>
        <a:p>
          <a:endParaRPr lang="en-IN" dirty="0"/>
        </a:p>
      </dgm:t>
    </dgm:pt>
    <dgm:pt modelId="{6A9F47A4-1413-4DF9-81BE-9BB6DE8A1EE8}" type="parTrans" cxnId="{69ECCCF3-6F53-47D9-8FAE-3FADBA85F4A1}">
      <dgm:prSet/>
      <dgm:spPr/>
      <dgm:t>
        <a:bodyPr/>
        <a:lstStyle/>
        <a:p>
          <a:endParaRPr lang="en-IN"/>
        </a:p>
      </dgm:t>
    </dgm:pt>
    <dgm:pt modelId="{5B6A3ACF-B323-4FC0-BFFE-B87AA9A98C2E}" type="sibTrans" cxnId="{69ECCCF3-6F53-47D9-8FAE-3FADBA85F4A1}">
      <dgm:prSet/>
      <dgm:spPr/>
      <dgm:t>
        <a:bodyPr/>
        <a:lstStyle/>
        <a:p>
          <a:endParaRPr lang="en-IN"/>
        </a:p>
      </dgm:t>
    </dgm:pt>
    <dgm:pt modelId="{CF31DDB2-A3BF-4BA1-B50F-904E6A112FDE}">
      <dgm:prSet phldrT="[Text]" phldr="0"/>
      <dgm:spPr/>
      <dgm:t>
        <a:bodyPr/>
        <a:lstStyle/>
        <a:p>
          <a:endParaRPr lang="en-IN" dirty="0"/>
        </a:p>
      </dgm:t>
    </dgm:pt>
    <dgm:pt modelId="{1365DD7E-5155-42F8-8C3D-65453DDEC034}" type="parTrans" cxnId="{879C872B-3D2B-4C54-8854-890DCEF8FC5B}">
      <dgm:prSet/>
      <dgm:spPr/>
      <dgm:t>
        <a:bodyPr/>
        <a:lstStyle/>
        <a:p>
          <a:endParaRPr lang="en-IN"/>
        </a:p>
      </dgm:t>
    </dgm:pt>
    <dgm:pt modelId="{24AF40F9-0ECA-4D2A-BF4F-455DEBC591ED}" type="sibTrans" cxnId="{879C872B-3D2B-4C54-8854-890DCEF8FC5B}">
      <dgm:prSet/>
      <dgm:spPr/>
      <dgm:t>
        <a:bodyPr/>
        <a:lstStyle/>
        <a:p>
          <a:endParaRPr lang="en-IN"/>
        </a:p>
      </dgm:t>
    </dgm:pt>
    <dgm:pt modelId="{41DB3709-8CA1-4E56-AAF4-0D8A12461AB6}">
      <dgm:prSet phldrT="[Text]" phldr="0"/>
      <dgm:spPr/>
      <dgm:t>
        <a:bodyPr/>
        <a:lstStyle/>
        <a:p>
          <a:endParaRPr lang="en-IN" dirty="0"/>
        </a:p>
      </dgm:t>
    </dgm:pt>
    <dgm:pt modelId="{2B5E1714-8B2F-4668-9E92-1874163ACF54}" type="parTrans" cxnId="{10A77B3E-954C-46D9-95EF-D9992F55B2BA}">
      <dgm:prSet/>
      <dgm:spPr/>
      <dgm:t>
        <a:bodyPr/>
        <a:lstStyle/>
        <a:p>
          <a:endParaRPr lang="en-IN"/>
        </a:p>
      </dgm:t>
    </dgm:pt>
    <dgm:pt modelId="{C3DCC9AC-3995-4FCD-AC52-5643D59F1A84}" type="sibTrans" cxnId="{10A77B3E-954C-46D9-95EF-D9992F55B2BA}">
      <dgm:prSet/>
      <dgm:spPr/>
      <dgm:t>
        <a:bodyPr/>
        <a:lstStyle/>
        <a:p>
          <a:endParaRPr lang="en-IN"/>
        </a:p>
      </dgm:t>
    </dgm:pt>
    <dgm:pt modelId="{73DA2ED3-9DFF-4A21-9956-255128D5BAC0}">
      <dgm:prSet/>
      <dgm:spPr/>
      <dgm:t>
        <a:bodyPr/>
        <a:lstStyle/>
        <a:p>
          <a:endParaRPr lang="en-IN"/>
        </a:p>
      </dgm:t>
    </dgm:pt>
    <dgm:pt modelId="{F6686E76-2CCB-407F-ABA0-7DD11C29AD75}" type="parTrans" cxnId="{B5A309D8-6208-408B-8FD3-70FD3F04B208}">
      <dgm:prSet/>
      <dgm:spPr/>
      <dgm:t>
        <a:bodyPr/>
        <a:lstStyle/>
        <a:p>
          <a:endParaRPr lang="en-IN"/>
        </a:p>
      </dgm:t>
    </dgm:pt>
    <dgm:pt modelId="{53229EC7-2D37-4429-B71E-D2A1DB557341}" type="sibTrans" cxnId="{B5A309D8-6208-408B-8FD3-70FD3F04B208}">
      <dgm:prSet/>
      <dgm:spPr/>
      <dgm:t>
        <a:bodyPr/>
        <a:lstStyle/>
        <a:p>
          <a:endParaRPr lang="en-IN"/>
        </a:p>
      </dgm:t>
    </dgm:pt>
    <dgm:pt modelId="{FBA9A72A-84A3-4789-A24D-652562FA0C37}">
      <dgm:prSet/>
      <dgm:spPr/>
      <dgm:t>
        <a:bodyPr/>
        <a:lstStyle/>
        <a:p>
          <a:endParaRPr lang="en-IN"/>
        </a:p>
      </dgm:t>
    </dgm:pt>
    <dgm:pt modelId="{FDB94EA8-BF36-4E5D-9EE6-D86E4D3D6705}" type="parTrans" cxnId="{B6779E94-A344-45D1-8F1A-0A86C13D847A}">
      <dgm:prSet/>
      <dgm:spPr/>
      <dgm:t>
        <a:bodyPr/>
        <a:lstStyle/>
        <a:p>
          <a:endParaRPr lang="en-IN"/>
        </a:p>
      </dgm:t>
    </dgm:pt>
    <dgm:pt modelId="{72721BF1-AC2E-4917-AF0C-371B0C8B2F61}" type="sibTrans" cxnId="{B6779E94-A344-45D1-8F1A-0A86C13D847A}">
      <dgm:prSet/>
      <dgm:spPr/>
      <dgm:t>
        <a:bodyPr/>
        <a:lstStyle/>
        <a:p>
          <a:endParaRPr lang="en-IN"/>
        </a:p>
      </dgm:t>
    </dgm:pt>
    <dgm:pt modelId="{CC030D26-A255-4244-BD85-66453D44B068}" type="pres">
      <dgm:prSet presAssocID="{BA20C389-7825-4E3A-9A8A-1DE5754654BB}" presName="Name0" presStyleCnt="0">
        <dgm:presLayoutVars>
          <dgm:dir/>
          <dgm:animLvl val="lvl"/>
          <dgm:resizeHandles val="exact"/>
        </dgm:presLayoutVars>
      </dgm:prSet>
      <dgm:spPr/>
    </dgm:pt>
    <dgm:pt modelId="{0F80CFCA-4D8B-42FB-8029-13D0AA479FC9}" type="pres">
      <dgm:prSet presAssocID="{FBA9A72A-84A3-4789-A24D-652562FA0C37}" presName="boxAndChildren" presStyleCnt="0"/>
      <dgm:spPr/>
    </dgm:pt>
    <dgm:pt modelId="{0B282FAC-BD61-41BE-B5FB-E9D4542E0B43}" type="pres">
      <dgm:prSet presAssocID="{FBA9A72A-84A3-4789-A24D-652562FA0C37}" presName="parentTextBox" presStyleLbl="node1" presStyleIdx="0" presStyleCnt="5"/>
      <dgm:spPr/>
    </dgm:pt>
    <dgm:pt modelId="{654A104E-C25D-413E-AF14-7DDE748DB2D3}" type="pres">
      <dgm:prSet presAssocID="{53229EC7-2D37-4429-B71E-D2A1DB557341}" presName="sp" presStyleCnt="0"/>
      <dgm:spPr/>
    </dgm:pt>
    <dgm:pt modelId="{14DF6BCD-BCAC-459B-84B0-BB58D3BAF39F}" type="pres">
      <dgm:prSet presAssocID="{73DA2ED3-9DFF-4A21-9956-255128D5BAC0}" presName="arrowAndChildren" presStyleCnt="0"/>
      <dgm:spPr/>
    </dgm:pt>
    <dgm:pt modelId="{0C4BEB7B-7389-422F-9A14-1231834E042C}" type="pres">
      <dgm:prSet presAssocID="{73DA2ED3-9DFF-4A21-9956-255128D5BAC0}" presName="parentTextArrow" presStyleLbl="node1" presStyleIdx="1" presStyleCnt="5"/>
      <dgm:spPr/>
    </dgm:pt>
    <dgm:pt modelId="{7D7DE238-B88C-4108-A1A8-0EDA43F0689B}" type="pres">
      <dgm:prSet presAssocID="{C3DCC9AC-3995-4FCD-AC52-5643D59F1A84}" presName="sp" presStyleCnt="0"/>
      <dgm:spPr/>
    </dgm:pt>
    <dgm:pt modelId="{EFC93B1B-E9C2-41C0-AF32-8D7EFF831488}" type="pres">
      <dgm:prSet presAssocID="{41DB3709-8CA1-4E56-AAF4-0D8A12461AB6}" presName="arrowAndChildren" presStyleCnt="0"/>
      <dgm:spPr/>
    </dgm:pt>
    <dgm:pt modelId="{614F36D2-FB9E-4120-B066-7C2D6A77FB7D}" type="pres">
      <dgm:prSet presAssocID="{41DB3709-8CA1-4E56-AAF4-0D8A12461AB6}" presName="parentTextArrow" presStyleLbl="node1" presStyleIdx="2" presStyleCnt="5"/>
      <dgm:spPr/>
    </dgm:pt>
    <dgm:pt modelId="{726CCC91-6414-4136-8CF1-7BC50FCB50C8}" type="pres">
      <dgm:prSet presAssocID="{24AF40F9-0ECA-4D2A-BF4F-455DEBC591ED}" presName="sp" presStyleCnt="0"/>
      <dgm:spPr/>
    </dgm:pt>
    <dgm:pt modelId="{8FEA1D2F-7BCC-4141-A928-DC7810DCB98E}" type="pres">
      <dgm:prSet presAssocID="{CF31DDB2-A3BF-4BA1-B50F-904E6A112FDE}" presName="arrowAndChildren" presStyleCnt="0"/>
      <dgm:spPr/>
    </dgm:pt>
    <dgm:pt modelId="{E8B13C77-4AC8-4EB6-985D-6EF46DEEF1B4}" type="pres">
      <dgm:prSet presAssocID="{CF31DDB2-A3BF-4BA1-B50F-904E6A112FDE}" presName="parentTextArrow" presStyleLbl="node1" presStyleIdx="3" presStyleCnt="5"/>
      <dgm:spPr/>
    </dgm:pt>
    <dgm:pt modelId="{D9F7EB04-BB7E-4535-8E8A-CB4C65DD9785}" type="pres">
      <dgm:prSet presAssocID="{5B6A3ACF-B323-4FC0-BFFE-B87AA9A98C2E}" presName="sp" presStyleCnt="0"/>
      <dgm:spPr/>
    </dgm:pt>
    <dgm:pt modelId="{03FC5F58-A0C1-4566-BE9F-893F990D7085}" type="pres">
      <dgm:prSet presAssocID="{207C53F5-9136-4DA8-933D-0D1C5D2B73FC}" presName="arrowAndChildren" presStyleCnt="0"/>
      <dgm:spPr/>
    </dgm:pt>
    <dgm:pt modelId="{5AE8DC01-1EBE-41C9-AF0F-4E90D0089D66}" type="pres">
      <dgm:prSet presAssocID="{207C53F5-9136-4DA8-933D-0D1C5D2B73FC}" presName="parentTextArrow" presStyleLbl="node1" presStyleIdx="4" presStyleCnt="5"/>
      <dgm:spPr/>
    </dgm:pt>
  </dgm:ptLst>
  <dgm:cxnLst>
    <dgm:cxn modelId="{08085421-60FE-4725-A70B-0448BDCB2080}" type="presOf" srcId="{207C53F5-9136-4DA8-933D-0D1C5D2B73FC}" destId="{5AE8DC01-1EBE-41C9-AF0F-4E90D0089D66}" srcOrd="0" destOrd="0" presId="urn:microsoft.com/office/officeart/2005/8/layout/process4"/>
    <dgm:cxn modelId="{879C872B-3D2B-4C54-8854-890DCEF8FC5B}" srcId="{BA20C389-7825-4E3A-9A8A-1DE5754654BB}" destId="{CF31DDB2-A3BF-4BA1-B50F-904E6A112FDE}" srcOrd="1" destOrd="0" parTransId="{1365DD7E-5155-42F8-8C3D-65453DDEC034}" sibTransId="{24AF40F9-0ECA-4D2A-BF4F-455DEBC591ED}"/>
    <dgm:cxn modelId="{10A77B3E-954C-46D9-95EF-D9992F55B2BA}" srcId="{BA20C389-7825-4E3A-9A8A-1DE5754654BB}" destId="{41DB3709-8CA1-4E56-AAF4-0D8A12461AB6}" srcOrd="2" destOrd="0" parTransId="{2B5E1714-8B2F-4668-9E92-1874163ACF54}" sibTransId="{C3DCC9AC-3995-4FCD-AC52-5643D59F1A84}"/>
    <dgm:cxn modelId="{6AFF1F5E-9DFF-462C-B616-B16AF0DD1AFD}" type="presOf" srcId="{CF31DDB2-A3BF-4BA1-B50F-904E6A112FDE}" destId="{E8B13C77-4AC8-4EB6-985D-6EF46DEEF1B4}" srcOrd="0" destOrd="0" presId="urn:microsoft.com/office/officeart/2005/8/layout/process4"/>
    <dgm:cxn modelId="{B8A86883-119F-495E-BF71-512281CA1CAD}" type="presOf" srcId="{FBA9A72A-84A3-4789-A24D-652562FA0C37}" destId="{0B282FAC-BD61-41BE-B5FB-E9D4542E0B43}" srcOrd="0" destOrd="0" presId="urn:microsoft.com/office/officeart/2005/8/layout/process4"/>
    <dgm:cxn modelId="{B6779E94-A344-45D1-8F1A-0A86C13D847A}" srcId="{BA20C389-7825-4E3A-9A8A-1DE5754654BB}" destId="{FBA9A72A-84A3-4789-A24D-652562FA0C37}" srcOrd="4" destOrd="0" parTransId="{FDB94EA8-BF36-4E5D-9EE6-D86E4D3D6705}" sibTransId="{72721BF1-AC2E-4917-AF0C-371B0C8B2F61}"/>
    <dgm:cxn modelId="{023FC49E-803E-49B2-A4FC-37C06387A55F}" type="presOf" srcId="{41DB3709-8CA1-4E56-AAF4-0D8A12461AB6}" destId="{614F36D2-FB9E-4120-B066-7C2D6A77FB7D}" srcOrd="0" destOrd="0" presId="urn:microsoft.com/office/officeart/2005/8/layout/process4"/>
    <dgm:cxn modelId="{B5A309D8-6208-408B-8FD3-70FD3F04B208}" srcId="{BA20C389-7825-4E3A-9A8A-1DE5754654BB}" destId="{73DA2ED3-9DFF-4A21-9956-255128D5BAC0}" srcOrd="3" destOrd="0" parTransId="{F6686E76-2CCB-407F-ABA0-7DD11C29AD75}" sibTransId="{53229EC7-2D37-4429-B71E-D2A1DB557341}"/>
    <dgm:cxn modelId="{08317BE1-D071-4D4F-88BF-078FB8BCBF71}" type="presOf" srcId="{73DA2ED3-9DFF-4A21-9956-255128D5BAC0}" destId="{0C4BEB7B-7389-422F-9A14-1231834E042C}" srcOrd="0" destOrd="0" presId="urn:microsoft.com/office/officeart/2005/8/layout/process4"/>
    <dgm:cxn modelId="{69ECCCF3-6F53-47D9-8FAE-3FADBA85F4A1}" srcId="{BA20C389-7825-4E3A-9A8A-1DE5754654BB}" destId="{207C53F5-9136-4DA8-933D-0D1C5D2B73FC}" srcOrd="0" destOrd="0" parTransId="{6A9F47A4-1413-4DF9-81BE-9BB6DE8A1EE8}" sibTransId="{5B6A3ACF-B323-4FC0-BFFE-B87AA9A98C2E}"/>
    <dgm:cxn modelId="{B97922FD-41AB-49B6-8B6D-B205B06CE8A6}" type="presOf" srcId="{BA20C389-7825-4E3A-9A8A-1DE5754654BB}" destId="{CC030D26-A255-4244-BD85-66453D44B068}" srcOrd="0" destOrd="0" presId="urn:microsoft.com/office/officeart/2005/8/layout/process4"/>
    <dgm:cxn modelId="{1C542688-7B47-4B3D-9CE6-B4A3277F2C8F}" type="presParOf" srcId="{CC030D26-A255-4244-BD85-66453D44B068}" destId="{0F80CFCA-4D8B-42FB-8029-13D0AA479FC9}" srcOrd="0" destOrd="0" presId="urn:microsoft.com/office/officeart/2005/8/layout/process4"/>
    <dgm:cxn modelId="{9FC89A74-E551-4B9F-801E-490C1ABE1A23}" type="presParOf" srcId="{0F80CFCA-4D8B-42FB-8029-13D0AA479FC9}" destId="{0B282FAC-BD61-41BE-B5FB-E9D4542E0B43}" srcOrd="0" destOrd="0" presId="urn:microsoft.com/office/officeart/2005/8/layout/process4"/>
    <dgm:cxn modelId="{0CC0E9A6-5555-452F-A91C-3BD89D6AF326}" type="presParOf" srcId="{CC030D26-A255-4244-BD85-66453D44B068}" destId="{654A104E-C25D-413E-AF14-7DDE748DB2D3}" srcOrd="1" destOrd="0" presId="urn:microsoft.com/office/officeart/2005/8/layout/process4"/>
    <dgm:cxn modelId="{C098E7BD-FA33-41AE-ADA3-918C8931BD40}" type="presParOf" srcId="{CC030D26-A255-4244-BD85-66453D44B068}" destId="{14DF6BCD-BCAC-459B-84B0-BB58D3BAF39F}" srcOrd="2" destOrd="0" presId="urn:microsoft.com/office/officeart/2005/8/layout/process4"/>
    <dgm:cxn modelId="{00C1C29E-91EF-480E-B13F-9FACBE69308F}" type="presParOf" srcId="{14DF6BCD-BCAC-459B-84B0-BB58D3BAF39F}" destId="{0C4BEB7B-7389-422F-9A14-1231834E042C}" srcOrd="0" destOrd="0" presId="urn:microsoft.com/office/officeart/2005/8/layout/process4"/>
    <dgm:cxn modelId="{1EBF13AB-BF24-4BC7-BC86-12821693DD07}" type="presParOf" srcId="{CC030D26-A255-4244-BD85-66453D44B068}" destId="{7D7DE238-B88C-4108-A1A8-0EDA43F0689B}" srcOrd="3" destOrd="0" presId="urn:microsoft.com/office/officeart/2005/8/layout/process4"/>
    <dgm:cxn modelId="{583ADAB1-4769-4BB9-BF42-055240545E55}" type="presParOf" srcId="{CC030D26-A255-4244-BD85-66453D44B068}" destId="{EFC93B1B-E9C2-41C0-AF32-8D7EFF831488}" srcOrd="4" destOrd="0" presId="urn:microsoft.com/office/officeart/2005/8/layout/process4"/>
    <dgm:cxn modelId="{05CAB9F6-E85B-4115-AE9C-58834C6D75F4}" type="presParOf" srcId="{EFC93B1B-E9C2-41C0-AF32-8D7EFF831488}" destId="{614F36D2-FB9E-4120-B066-7C2D6A77FB7D}" srcOrd="0" destOrd="0" presId="urn:microsoft.com/office/officeart/2005/8/layout/process4"/>
    <dgm:cxn modelId="{5E336951-A675-40F9-9064-4DEB92BCB5D5}" type="presParOf" srcId="{CC030D26-A255-4244-BD85-66453D44B068}" destId="{726CCC91-6414-4136-8CF1-7BC50FCB50C8}" srcOrd="5" destOrd="0" presId="urn:microsoft.com/office/officeart/2005/8/layout/process4"/>
    <dgm:cxn modelId="{5637D7A5-913F-4020-AB12-6583FCD8E1D3}" type="presParOf" srcId="{CC030D26-A255-4244-BD85-66453D44B068}" destId="{8FEA1D2F-7BCC-4141-A928-DC7810DCB98E}" srcOrd="6" destOrd="0" presId="urn:microsoft.com/office/officeart/2005/8/layout/process4"/>
    <dgm:cxn modelId="{B7B4A874-120C-4F30-A4D7-D6EE8CCE3C5C}" type="presParOf" srcId="{8FEA1D2F-7BCC-4141-A928-DC7810DCB98E}" destId="{E8B13C77-4AC8-4EB6-985D-6EF46DEEF1B4}" srcOrd="0" destOrd="0" presId="urn:microsoft.com/office/officeart/2005/8/layout/process4"/>
    <dgm:cxn modelId="{4C9F238E-94F4-4230-B7C3-04BCC275743B}" type="presParOf" srcId="{CC030D26-A255-4244-BD85-66453D44B068}" destId="{D9F7EB04-BB7E-4535-8E8A-CB4C65DD9785}" srcOrd="7" destOrd="0" presId="urn:microsoft.com/office/officeart/2005/8/layout/process4"/>
    <dgm:cxn modelId="{E6DE6F15-9D1B-486E-9297-F337F506C0FC}" type="presParOf" srcId="{CC030D26-A255-4244-BD85-66453D44B068}" destId="{03FC5F58-A0C1-4566-BE9F-893F990D7085}" srcOrd="8" destOrd="0" presId="urn:microsoft.com/office/officeart/2005/8/layout/process4"/>
    <dgm:cxn modelId="{3CB5A30C-C775-4EED-81B4-61C4E80D0027}" type="presParOf" srcId="{03FC5F58-A0C1-4566-BE9F-893F990D7085}" destId="{5AE8DC01-1EBE-41C9-AF0F-4E90D0089D6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8ACB1B-358D-4688-A381-C845717C81B1}" type="doc">
      <dgm:prSet loTypeId="urn:microsoft.com/office/officeart/2008/layout/SquareAccent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E0B393F-A608-4F31-9150-F2AC4DBC40F2}">
      <dgm:prSet phldrT="[Text]" phldr="0"/>
      <dgm:spPr/>
      <dgm:t>
        <a:bodyPr/>
        <a:lstStyle/>
        <a:p>
          <a:endParaRPr lang="en-IN" dirty="0"/>
        </a:p>
      </dgm:t>
    </dgm:pt>
    <dgm:pt modelId="{928457CE-C899-41BE-80BB-225EA176B970}" type="parTrans" cxnId="{C84C90C5-AC5E-437F-A9E3-A8325E14BECB}">
      <dgm:prSet/>
      <dgm:spPr/>
      <dgm:t>
        <a:bodyPr/>
        <a:lstStyle/>
        <a:p>
          <a:endParaRPr lang="en-IN"/>
        </a:p>
      </dgm:t>
    </dgm:pt>
    <dgm:pt modelId="{F6C1B0C5-8E8B-421B-A247-2070B1306423}" type="sibTrans" cxnId="{C84C90C5-AC5E-437F-A9E3-A8325E14BECB}">
      <dgm:prSet/>
      <dgm:spPr/>
      <dgm:t>
        <a:bodyPr/>
        <a:lstStyle/>
        <a:p>
          <a:endParaRPr lang="en-IN"/>
        </a:p>
      </dgm:t>
    </dgm:pt>
    <dgm:pt modelId="{62D8B5A7-3D3A-400B-B53E-60BC439345F1}">
      <dgm:prSet phldrT="[Text]" phldr="0"/>
      <dgm:spPr/>
      <dgm:t>
        <a:bodyPr/>
        <a:lstStyle/>
        <a:p>
          <a:endParaRPr lang="en-IN" dirty="0"/>
        </a:p>
      </dgm:t>
    </dgm:pt>
    <dgm:pt modelId="{6B5D84E7-031E-4600-A353-354D19C2F45B}" type="parTrans" cxnId="{CBFAC4E4-E1C0-486F-BBC6-434F930D1CE5}">
      <dgm:prSet/>
      <dgm:spPr/>
      <dgm:t>
        <a:bodyPr/>
        <a:lstStyle/>
        <a:p>
          <a:endParaRPr lang="en-IN"/>
        </a:p>
      </dgm:t>
    </dgm:pt>
    <dgm:pt modelId="{200F3FB6-078B-4F64-9015-3C4303F7DB21}" type="sibTrans" cxnId="{CBFAC4E4-E1C0-486F-BBC6-434F930D1CE5}">
      <dgm:prSet/>
      <dgm:spPr/>
      <dgm:t>
        <a:bodyPr/>
        <a:lstStyle/>
        <a:p>
          <a:endParaRPr lang="en-IN"/>
        </a:p>
      </dgm:t>
    </dgm:pt>
    <dgm:pt modelId="{DA122D0F-6504-491A-A86D-62229E709FD8}">
      <dgm:prSet phldrT="[Text]" phldr="0"/>
      <dgm:spPr/>
      <dgm:t>
        <a:bodyPr/>
        <a:lstStyle/>
        <a:p>
          <a:endParaRPr lang="en-IN" dirty="0"/>
        </a:p>
      </dgm:t>
    </dgm:pt>
    <dgm:pt modelId="{1236F0B8-A04F-44E4-91AF-E4602A55BB2D}" type="parTrans" cxnId="{EF148C6B-FDF4-4E8C-877A-88BCA2B4A37F}">
      <dgm:prSet/>
      <dgm:spPr/>
      <dgm:t>
        <a:bodyPr/>
        <a:lstStyle/>
        <a:p>
          <a:endParaRPr lang="en-IN"/>
        </a:p>
      </dgm:t>
    </dgm:pt>
    <dgm:pt modelId="{661CD2C4-B891-426C-BDD0-9E9F08DAE364}" type="sibTrans" cxnId="{EF148C6B-FDF4-4E8C-877A-88BCA2B4A37F}">
      <dgm:prSet/>
      <dgm:spPr/>
      <dgm:t>
        <a:bodyPr/>
        <a:lstStyle/>
        <a:p>
          <a:endParaRPr lang="en-IN"/>
        </a:p>
      </dgm:t>
    </dgm:pt>
    <dgm:pt modelId="{C676233A-A9AD-497E-91F6-8FC2D2F263C9}">
      <dgm:prSet phldrT="[Text]" phldr="0"/>
      <dgm:spPr/>
      <dgm:t>
        <a:bodyPr/>
        <a:lstStyle/>
        <a:p>
          <a:endParaRPr lang="en-IN" dirty="0"/>
        </a:p>
      </dgm:t>
    </dgm:pt>
    <dgm:pt modelId="{0766E61C-E646-4ECB-A7BC-7D057E52B6B7}" type="parTrans" cxnId="{7AC76E6A-9EB1-446F-9C3D-B726D5B80A48}">
      <dgm:prSet/>
      <dgm:spPr/>
      <dgm:t>
        <a:bodyPr/>
        <a:lstStyle/>
        <a:p>
          <a:endParaRPr lang="en-IN"/>
        </a:p>
      </dgm:t>
    </dgm:pt>
    <dgm:pt modelId="{356C82DC-A1F1-4863-A2B1-9508CC00D075}" type="sibTrans" cxnId="{7AC76E6A-9EB1-446F-9C3D-B726D5B80A48}">
      <dgm:prSet/>
      <dgm:spPr/>
      <dgm:t>
        <a:bodyPr/>
        <a:lstStyle/>
        <a:p>
          <a:endParaRPr lang="en-IN"/>
        </a:p>
      </dgm:t>
    </dgm:pt>
    <dgm:pt modelId="{C27750CC-E778-4A3D-A73D-BB7642ED1AF5}">
      <dgm:prSet phldrT="[Text]" phldr="0"/>
      <dgm:spPr/>
      <dgm:t>
        <a:bodyPr/>
        <a:lstStyle/>
        <a:p>
          <a:endParaRPr lang="en-IN" dirty="0"/>
        </a:p>
      </dgm:t>
    </dgm:pt>
    <dgm:pt modelId="{8B2D04EF-09D6-46BA-B02C-587E5F62F7B6}" type="parTrans" cxnId="{BEB0979D-1B71-4BE5-B91E-FDA81C4D4F12}">
      <dgm:prSet/>
      <dgm:spPr/>
      <dgm:t>
        <a:bodyPr/>
        <a:lstStyle/>
        <a:p>
          <a:endParaRPr lang="en-IN"/>
        </a:p>
      </dgm:t>
    </dgm:pt>
    <dgm:pt modelId="{8D194366-9CF4-4188-AED5-7E4B5A054B70}" type="sibTrans" cxnId="{BEB0979D-1B71-4BE5-B91E-FDA81C4D4F12}">
      <dgm:prSet/>
      <dgm:spPr/>
      <dgm:t>
        <a:bodyPr/>
        <a:lstStyle/>
        <a:p>
          <a:endParaRPr lang="en-IN"/>
        </a:p>
      </dgm:t>
    </dgm:pt>
    <dgm:pt modelId="{1FB41EFA-4B19-464F-9393-0AF1C54F47D3}">
      <dgm:prSet phldrT="[Text]" phldr="0"/>
      <dgm:spPr/>
      <dgm:t>
        <a:bodyPr/>
        <a:lstStyle/>
        <a:p>
          <a:endParaRPr lang="en-IN" dirty="0"/>
        </a:p>
      </dgm:t>
    </dgm:pt>
    <dgm:pt modelId="{8CAAAEC7-FCB9-4B25-8E1B-661235E914A8}" type="parTrans" cxnId="{5CB8447C-C9EF-43E3-A31B-66D2A46189CA}">
      <dgm:prSet/>
      <dgm:spPr/>
      <dgm:t>
        <a:bodyPr/>
        <a:lstStyle/>
        <a:p>
          <a:endParaRPr lang="en-IN"/>
        </a:p>
      </dgm:t>
    </dgm:pt>
    <dgm:pt modelId="{A24224E8-5CE4-43AD-8BE7-E05A7F84FCD9}" type="sibTrans" cxnId="{5CB8447C-C9EF-43E3-A31B-66D2A46189CA}">
      <dgm:prSet/>
      <dgm:spPr/>
      <dgm:t>
        <a:bodyPr/>
        <a:lstStyle/>
        <a:p>
          <a:endParaRPr lang="en-IN"/>
        </a:p>
      </dgm:t>
    </dgm:pt>
    <dgm:pt modelId="{06DA1F60-0690-4666-BD55-56CACAD1F6B8}">
      <dgm:prSet phldrT="[Text]" phldr="0"/>
      <dgm:spPr/>
      <dgm:t>
        <a:bodyPr/>
        <a:lstStyle/>
        <a:p>
          <a:endParaRPr lang="en-IN" dirty="0"/>
        </a:p>
      </dgm:t>
    </dgm:pt>
    <dgm:pt modelId="{F144DDA8-0790-4DC4-A7AE-73C4677F2CD0}" type="parTrans" cxnId="{F0782760-0262-4FC7-BC0D-BD6AD82C6127}">
      <dgm:prSet/>
      <dgm:spPr/>
      <dgm:t>
        <a:bodyPr/>
        <a:lstStyle/>
        <a:p>
          <a:endParaRPr lang="en-IN"/>
        </a:p>
      </dgm:t>
    </dgm:pt>
    <dgm:pt modelId="{F146ECE4-CE62-4F01-A147-44A0EFC2F2ED}" type="sibTrans" cxnId="{F0782760-0262-4FC7-BC0D-BD6AD82C6127}">
      <dgm:prSet/>
      <dgm:spPr/>
      <dgm:t>
        <a:bodyPr/>
        <a:lstStyle/>
        <a:p>
          <a:endParaRPr lang="en-IN"/>
        </a:p>
      </dgm:t>
    </dgm:pt>
    <dgm:pt modelId="{CB8E1D03-4479-4B0B-BFB1-EBFEE2586C86}">
      <dgm:prSet phldrT="[Text]" phldr="0"/>
      <dgm:spPr/>
      <dgm:t>
        <a:bodyPr/>
        <a:lstStyle/>
        <a:p>
          <a:endParaRPr lang="en-IN" dirty="0"/>
        </a:p>
      </dgm:t>
    </dgm:pt>
    <dgm:pt modelId="{D00C0B4F-0D82-48A2-9022-3A07AEF7BFE3}" type="parTrans" cxnId="{DE30C8AA-3487-4461-A149-09CE51082823}">
      <dgm:prSet/>
      <dgm:spPr/>
      <dgm:t>
        <a:bodyPr/>
        <a:lstStyle/>
        <a:p>
          <a:endParaRPr lang="en-IN"/>
        </a:p>
      </dgm:t>
    </dgm:pt>
    <dgm:pt modelId="{C5ED97C3-5951-44F7-B878-90891F79513E}" type="sibTrans" cxnId="{DE30C8AA-3487-4461-A149-09CE51082823}">
      <dgm:prSet/>
      <dgm:spPr/>
      <dgm:t>
        <a:bodyPr/>
        <a:lstStyle/>
        <a:p>
          <a:endParaRPr lang="en-IN"/>
        </a:p>
      </dgm:t>
    </dgm:pt>
    <dgm:pt modelId="{18954B3A-434D-4697-8610-CDD04FC4A638}" type="pres">
      <dgm:prSet presAssocID="{358ACB1B-358D-4688-A381-C845717C81B1}" presName="layout" presStyleCnt="0">
        <dgm:presLayoutVars>
          <dgm:chMax/>
          <dgm:chPref/>
          <dgm:dir/>
          <dgm:resizeHandles/>
        </dgm:presLayoutVars>
      </dgm:prSet>
      <dgm:spPr/>
    </dgm:pt>
    <dgm:pt modelId="{8BA8B56B-EFD2-4594-8835-79654A0D647F}" type="pres">
      <dgm:prSet presAssocID="{CE0B393F-A608-4F31-9150-F2AC4DBC40F2}" presName="root" presStyleCnt="0">
        <dgm:presLayoutVars>
          <dgm:chMax/>
          <dgm:chPref/>
        </dgm:presLayoutVars>
      </dgm:prSet>
      <dgm:spPr/>
    </dgm:pt>
    <dgm:pt modelId="{4CF190B8-D9E7-4BEF-B852-6AF96477D926}" type="pres">
      <dgm:prSet presAssocID="{CE0B393F-A608-4F31-9150-F2AC4DBC40F2}" presName="rootComposite" presStyleCnt="0">
        <dgm:presLayoutVars/>
      </dgm:prSet>
      <dgm:spPr/>
    </dgm:pt>
    <dgm:pt modelId="{00606972-0F3D-40C4-88D7-2844262F4227}" type="pres">
      <dgm:prSet presAssocID="{CE0B393F-A608-4F31-9150-F2AC4DBC40F2}" presName="ParentAccent" presStyleLbl="alignNode1" presStyleIdx="0" presStyleCnt="2" custLinFactY="-79922" custLinFactNeighborX="-14579" custLinFactNeighborY="-100000"/>
      <dgm:spPr/>
    </dgm:pt>
    <dgm:pt modelId="{5AAA4CB7-F74F-47B0-8EC8-70F6B9663AD7}" type="pres">
      <dgm:prSet presAssocID="{CE0B393F-A608-4F31-9150-F2AC4DBC40F2}" presName="ParentSmallAccent" presStyleLbl="fgAcc1" presStyleIdx="0" presStyleCnt="2" custLinFactX="-98448" custLinFactY="-31025" custLinFactNeighborX="-100000" custLinFactNeighborY="-100000"/>
      <dgm:spPr/>
    </dgm:pt>
    <dgm:pt modelId="{981CF600-8837-4331-A718-4E00548D2445}" type="pres">
      <dgm:prSet presAssocID="{CE0B393F-A608-4F31-9150-F2AC4DBC40F2}" presName="Parent" presStyleLbl="revTx" presStyleIdx="0" presStyleCnt="8">
        <dgm:presLayoutVars>
          <dgm:chMax/>
          <dgm:chPref val="4"/>
          <dgm:bulletEnabled val="1"/>
        </dgm:presLayoutVars>
      </dgm:prSet>
      <dgm:spPr/>
    </dgm:pt>
    <dgm:pt modelId="{9C74DB50-AB2A-4390-9D65-70765B88D289}" type="pres">
      <dgm:prSet presAssocID="{CE0B393F-A608-4F31-9150-F2AC4DBC40F2}" presName="childShape" presStyleCnt="0">
        <dgm:presLayoutVars>
          <dgm:chMax val="0"/>
          <dgm:chPref val="0"/>
        </dgm:presLayoutVars>
      </dgm:prSet>
      <dgm:spPr/>
    </dgm:pt>
    <dgm:pt modelId="{909C22D0-5E7D-4650-A395-86C59A5C8AC0}" type="pres">
      <dgm:prSet presAssocID="{62D8B5A7-3D3A-400B-B53E-60BC439345F1}" presName="childComposite" presStyleCnt="0">
        <dgm:presLayoutVars>
          <dgm:chMax val="0"/>
          <dgm:chPref val="0"/>
        </dgm:presLayoutVars>
      </dgm:prSet>
      <dgm:spPr/>
    </dgm:pt>
    <dgm:pt modelId="{F358E913-3FAB-42B8-AE84-B5AFDD8363FA}" type="pres">
      <dgm:prSet presAssocID="{62D8B5A7-3D3A-400B-B53E-60BC439345F1}" presName="ChildAccent" presStyleLbl="solidFgAcc1" presStyleIdx="0" presStyleCnt="6" custLinFactX="-98453" custLinFactY="-52422" custLinFactNeighborX="-100000" custLinFactNeighborY="-100000"/>
      <dgm:spPr/>
    </dgm:pt>
    <dgm:pt modelId="{30546FF4-6569-49B5-B3E5-BC3624BDE2A4}" type="pres">
      <dgm:prSet presAssocID="{62D8B5A7-3D3A-400B-B53E-60BC439345F1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2DD7E5E1-04CC-4845-A98B-E5202A5A55E4}" type="pres">
      <dgm:prSet presAssocID="{DA122D0F-6504-491A-A86D-62229E709FD8}" presName="childComposite" presStyleCnt="0">
        <dgm:presLayoutVars>
          <dgm:chMax val="0"/>
          <dgm:chPref val="0"/>
        </dgm:presLayoutVars>
      </dgm:prSet>
      <dgm:spPr/>
    </dgm:pt>
    <dgm:pt modelId="{5902B407-F25D-46D7-9977-91065362F059}" type="pres">
      <dgm:prSet presAssocID="{DA122D0F-6504-491A-A86D-62229E709FD8}" presName="ChildAccent" presStyleLbl="solidFgAcc1" presStyleIdx="1" presStyleCnt="6" custLinFactX="-98453" custLinFactY="-63117" custLinFactNeighborX="-100000" custLinFactNeighborY="-100000"/>
      <dgm:spPr/>
    </dgm:pt>
    <dgm:pt modelId="{FE2707B4-4EF5-44AA-9A08-28D8F801FBEC}" type="pres">
      <dgm:prSet presAssocID="{DA122D0F-6504-491A-A86D-62229E709FD8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55D87C10-A85D-4CAD-B559-5AF78032EA42}" type="pres">
      <dgm:prSet presAssocID="{C676233A-A9AD-497E-91F6-8FC2D2F263C9}" presName="childComposite" presStyleCnt="0">
        <dgm:presLayoutVars>
          <dgm:chMax val="0"/>
          <dgm:chPref val="0"/>
        </dgm:presLayoutVars>
      </dgm:prSet>
      <dgm:spPr/>
    </dgm:pt>
    <dgm:pt modelId="{F7B4F77D-CA60-4FFD-BDD3-D61D55CD0472}" type="pres">
      <dgm:prSet presAssocID="{C676233A-A9AD-497E-91F6-8FC2D2F263C9}" presName="ChildAccent" presStyleLbl="solidFgAcc1" presStyleIdx="2" presStyleCnt="6" custLinFactX="-98453" custLinFactY="-80773" custLinFactNeighborX="-100000" custLinFactNeighborY="-100000"/>
      <dgm:spPr/>
    </dgm:pt>
    <dgm:pt modelId="{C718F68D-99BD-420F-AEE3-2F83DEC9CDED}" type="pres">
      <dgm:prSet presAssocID="{C676233A-A9AD-497E-91F6-8FC2D2F263C9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8E447E87-E75D-47CB-91C5-3088C322B964}" type="pres">
      <dgm:prSet presAssocID="{C27750CC-E778-4A3D-A73D-BB7642ED1AF5}" presName="root" presStyleCnt="0">
        <dgm:presLayoutVars>
          <dgm:chMax/>
          <dgm:chPref/>
        </dgm:presLayoutVars>
      </dgm:prSet>
      <dgm:spPr/>
    </dgm:pt>
    <dgm:pt modelId="{DBBFA401-586F-4E41-AD0A-2488C7B655A5}" type="pres">
      <dgm:prSet presAssocID="{C27750CC-E778-4A3D-A73D-BB7642ED1AF5}" presName="rootComposite" presStyleCnt="0">
        <dgm:presLayoutVars/>
      </dgm:prSet>
      <dgm:spPr/>
    </dgm:pt>
    <dgm:pt modelId="{9582EF2E-3EE9-4451-AF3F-0DD468FF7615}" type="pres">
      <dgm:prSet presAssocID="{C27750CC-E778-4A3D-A73D-BB7642ED1AF5}" presName="ParentAccent" presStyleLbl="alignNode1" presStyleIdx="1" presStyleCnt="2" custLinFactY="-72687" custLinFactNeighborX="-267" custLinFactNeighborY="-100000"/>
      <dgm:spPr/>
    </dgm:pt>
    <dgm:pt modelId="{50AD4099-CB22-420C-BB29-7615857576D7}" type="pres">
      <dgm:prSet presAssocID="{C27750CC-E778-4A3D-A73D-BB7642ED1AF5}" presName="ParentSmallAccent" presStyleLbl="fgAcc1" presStyleIdx="1" presStyleCnt="2" custLinFactX="-800000" custLinFactY="321485" custLinFactNeighborX="-827727" custLinFactNeighborY="400000"/>
      <dgm:spPr/>
    </dgm:pt>
    <dgm:pt modelId="{1E606FF1-5947-48C5-99EB-6678702A7C2A}" type="pres">
      <dgm:prSet presAssocID="{C27750CC-E778-4A3D-A73D-BB7642ED1AF5}" presName="Parent" presStyleLbl="revTx" presStyleIdx="4" presStyleCnt="8">
        <dgm:presLayoutVars>
          <dgm:chMax/>
          <dgm:chPref val="4"/>
          <dgm:bulletEnabled val="1"/>
        </dgm:presLayoutVars>
      </dgm:prSet>
      <dgm:spPr/>
    </dgm:pt>
    <dgm:pt modelId="{2DDE1373-76DD-4252-BAEB-9BCBA99BC888}" type="pres">
      <dgm:prSet presAssocID="{C27750CC-E778-4A3D-A73D-BB7642ED1AF5}" presName="childShape" presStyleCnt="0">
        <dgm:presLayoutVars>
          <dgm:chMax val="0"/>
          <dgm:chPref val="0"/>
        </dgm:presLayoutVars>
      </dgm:prSet>
      <dgm:spPr/>
    </dgm:pt>
    <dgm:pt modelId="{C5887F93-1D2C-4073-8620-3333BEC76CCC}" type="pres">
      <dgm:prSet presAssocID="{1FB41EFA-4B19-464F-9393-0AF1C54F47D3}" presName="childComposite" presStyleCnt="0">
        <dgm:presLayoutVars>
          <dgm:chMax val="0"/>
          <dgm:chPref val="0"/>
        </dgm:presLayoutVars>
      </dgm:prSet>
      <dgm:spPr/>
    </dgm:pt>
    <dgm:pt modelId="{D803E373-B5B6-4A25-B9A3-5DA8955A3AB8}" type="pres">
      <dgm:prSet presAssocID="{1FB41EFA-4B19-464F-9393-0AF1C54F47D3}" presName="ChildAccent" presStyleLbl="solidFgAcc1" presStyleIdx="3" presStyleCnt="6" custLinFactY="-150301" custLinFactNeighborX="40111" custLinFactNeighborY="-200000"/>
      <dgm:spPr/>
    </dgm:pt>
    <dgm:pt modelId="{1F304132-806F-4F36-A049-861F154D918A}" type="pres">
      <dgm:prSet presAssocID="{1FB41EFA-4B19-464F-9393-0AF1C54F47D3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90B9A7B8-4869-42AA-8B90-04170E56E8BB}" type="pres">
      <dgm:prSet presAssocID="{06DA1F60-0690-4666-BD55-56CACAD1F6B8}" presName="childComposite" presStyleCnt="0">
        <dgm:presLayoutVars>
          <dgm:chMax val="0"/>
          <dgm:chPref val="0"/>
        </dgm:presLayoutVars>
      </dgm:prSet>
      <dgm:spPr/>
    </dgm:pt>
    <dgm:pt modelId="{2D9565E9-FE61-4A3F-AE4C-C83541E97D6E}" type="pres">
      <dgm:prSet presAssocID="{06DA1F60-0690-4666-BD55-56CACAD1F6B8}" presName="ChildAccent" presStyleLbl="solidFgAcc1" presStyleIdx="4" presStyleCnt="6" custLinFactY="-200000" custLinFactNeighborX="41649" custLinFactNeighborY="-220173"/>
      <dgm:spPr/>
    </dgm:pt>
    <dgm:pt modelId="{5AFF768E-3659-4239-BA8E-D09FCFCDE077}" type="pres">
      <dgm:prSet presAssocID="{06DA1F60-0690-4666-BD55-56CACAD1F6B8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9EC8B51A-4BD7-446D-ADA9-C7A20351BAB9}" type="pres">
      <dgm:prSet presAssocID="{CB8E1D03-4479-4B0B-BFB1-EBFEE2586C86}" presName="childComposite" presStyleCnt="0">
        <dgm:presLayoutVars>
          <dgm:chMax val="0"/>
          <dgm:chPref val="0"/>
        </dgm:presLayoutVars>
      </dgm:prSet>
      <dgm:spPr/>
    </dgm:pt>
    <dgm:pt modelId="{ED1E9E70-6ADF-42FB-B6A8-C00BADC70451}" type="pres">
      <dgm:prSet presAssocID="{CB8E1D03-4479-4B0B-BFB1-EBFEE2586C86}" presName="ChildAccent" presStyleLbl="solidFgAcc1" presStyleIdx="5" presStyleCnt="6" custLinFactY="-200000" custLinFactNeighborX="41649" custLinFactNeighborY="-270634"/>
      <dgm:spPr/>
    </dgm:pt>
    <dgm:pt modelId="{581F60D1-0DCF-425C-A8E0-2B4DA85FD42C}" type="pres">
      <dgm:prSet presAssocID="{CB8E1D03-4479-4B0B-BFB1-EBFEE2586C86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6E5A6914-E0C7-4C36-A158-1FA83ABD1C3B}" type="presOf" srcId="{CB8E1D03-4479-4B0B-BFB1-EBFEE2586C86}" destId="{581F60D1-0DCF-425C-A8E0-2B4DA85FD42C}" srcOrd="0" destOrd="0" presId="urn:microsoft.com/office/officeart/2008/layout/SquareAccentList"/>
    <dgm:cxn modelId="{F0782760-0262-4FC7-BC0D-BD6AD82C6127}" srcId="{C27750CC-E778-4A3D-A73D-BB7642ED1AF5}" destId="{06DA1F60-0690-4666-BD55-56CACAD1F6B8}" srcOrd="1" destOrd="0" parTransId="{F144DDA8-0790-4DC4-A7AE-73C4677F2CD0}" sibTransId="{F146ECE4-CE62-4F01-A147-44A0EFC2F2ED}"/>
    <dgm:cxn modelId="{36437242-44FF-44E0-9C9D-7E5EE5484328}" type="presOf" srcId="{DA122D0F-6504-491A-A86D-62229E709FD8}" destId="{FE2707B4-4EF5-44AA-9A08-28D8F801FBEC}" srcOrd="0" destOrd="0" presId="urn:microsoft.com/office/officeart/2008/layout/SquareAccentList"/>
    <dgm:cxn modelId="{7AC76E6A-9EB1-446F-9C3D-B726D5B80A48}" srcId="{CE0B393F-A608-4F31-9150-F2AC4DBC40F2}" destId="{C676233A-A9AD-497E-91F6-8FC2D2F263C9}" srcOrd="2" destOrd="0" parTransId="{0766E61C-E646-4ECB-A7BC-7D057E52B6B7}" sibTransId="{356C82DC-A1F1-4863-A2B1-9508CC00D075}"/>
    <dgm:cxn modelId="{DA8A5D4B-0D8F-4617-BAE6-EB1887F05454}" type="presOf" srcId="{C676233A-A9AD-497E-91F6-8FC2D2F263C9}" destId="{C718F68D-99BD-420F-AEE3-2F83DEC9CDED}" srcOrd="0" destOrd="0" presId="urn:microsoft.com/office/officeart/2008/layout/SquareAccentList"/>
    <dgm:cxn modelId="{EF148C6B-FDF4-4E8C-877A-88BCA2B4A37F}" srcId="{CE0B393F-A608-4F31-9150-F2AC4DBC40F2}" destId="{DA122D0F-6504-491A-A86D-62229E709FD8}" srcOrd="1" destOrd="0" parTransId="{1236F0B8-A04F-44E4-91AF-E4602A55BB2D}" sibTransId="{661CD2C4-B891-426C-BDD0-9E9F08DAE364}"/>
    <dgm:cxn modelId="{1C65B64D-5EC1-40AC-A137-7A5BF2C7AFDC}" type="presOf" srcId="{62D8B5A7-3D3A-400B-B53E-60BC439345F1}" destId="{30546FF4-6569-49B5-B3E5-BC3624BDE2A4}" srcOrd="0" destOrd="0" presId="urn:microsoft.com/office/officeart/2008/layout/SquareAccentList"/>
    <dgm:cxn modelId="{A9921350-3240-4692-A46F-420218D00163}" type="presOf" srcId="{1FB41EFA-4B19-464F-9393-0AF1C54F47D3}" destId="{1F304132-806F-4F36-A049-861F154D918A}" srcOrd="0" destOrd="0" presId="urn:microsoft.com/office/officeart/2008/layout/SquareAccentList"/>
    <dgm:cxn modelId="{5CB8447C-C9EF-43E3-A31B-66D2A46189CA}" srcId="{C27750CC-E778-4A3D-A73D-BB7642ED1AF5}" destId="{1FB41EFA-4B19-464F-9393-0AF1C54F47D3}" srcOrd="0" destOrd="0" parTransId="{8CAAAEC7-FCB9-4B25-8E1B-661235E914A8}" sibTransId="{A24224E8-5CE4-43AD-8BE7-E05A7F84FCD9}"/>
    <dgm:cxn modelId="{4A6C387E-B2F6-4AE5-A678-9841398FB138}" type="presOf" srcId="{06DA1F60-0690-4666-BD55-56CACAD1F6B8}" destId="{5AFF768E-3659-4239-BA8E-D09FCFCDE077}" srcOrd="0" destOrd="0" presId="urn:microsoft.com/office/officeart/2008/layout/SquareAccentList"/>
    <dgm:cxn modelId="{D5520888-95DE-4331-8F5F-8F511865B42B}" type="presOf" srcId="{CE0B393F-A608-4F31-9150-F2AC4DBC40F2}" destId="{981CF600-8837-4331-A718-4E00548D2445}" srcOrd="0" destOrd="0" presId="urn:microsoft.com/office/officeart/2008/layout/SquareAccentList"/>
    <dgm:cxn modelId="{BEB0979D-1B71-4BE5-B91E-FDA81C4D4F12}" srcId="{358ACB1B-358D-4688-A381-C845717C81B1}" destId="{C27750CC-E778-4A3D-A73D-BB7642ED1AF5}" srcOrd="1" destOrd="0" parTransId="{8B2D04EF-09D6-46BA-B02C-587E5F62F7B6}" sibTransId="{8D194366-9CF4-4188-AED5-7E4B5A054B70}"/>
    <dgm:cxn modelId="{DE30C8AA-3487-4461-A149-09CE51082823}" srcId="{C27750CC-E778-4A3D-A73D-BB7642ED1AF5}" destId="{CB8E1D03-4479-4B0B-BFB1-EBFEE2586C86}" srcOrd="2" destOrd="0" parTransId="{D00C0B4F-0D82-48A2-9022-3A07AEF7BFE3}" sibTransId="{C5ED97C3-5951-44F7-B878-90891F79513E}"/>
    <dgm:cxn modelId="{C84C90C5-AC5E-437F-A9E3-A8325E14BECB}" srcId="{358ACB1B-358D-4688-A381-C845717C81B1}" destId="{CE0B393F-A608-4F31-9150-F2AC4DBC40F2}" srcOrd="0" destOrd="0" parTransId="{928457CE-C899-41BE-80BB-225EA176B970}" sibTransId="{F6C1B0C5-8E8B-421B-A247-2070B1306423}"/>
    <dgm:cxn modelId="{12AE1ECB-B346-41CC-8B3E-AEE623439419}" type="presOf" srcId="{358ACB1B-358D-4688-A381-C845717C81B1}" destId="{18954B3A-434D-4697-8610-CDD04FC4A638}" srcOrd="0" destOrd="0" presId="urn:microsoft.com/office/officeart/2008/layout/SquareAccentList"/>
    <dgm:cxn modelId="{A2572DDB-7ADB-4009-8E57-32AA523EEA32}" type="presOf" srcId="{C27750CC-E778-4A3D-A73D-BB7642ED1AF5}" destId="{1E606FF1-5947-48C5-99EB-6678702A7C2A}" srcOrd="0" destOrd="0" presId="urn:microsoft.com/office/officeart/2008/layout/SquareAccentList"/>
    <dgm:cxn modelId="{CBFAC4E4-E1C0-486F-BBC6-434F930D1CE5}" srcId="{CE0B393F-A608-4F31-9150-F2AC4DBC40F2}" destId="{62D8B5A7-3D3A-400B-B53E-60BC439345F1}" srcOrd="0" destOrd="0" parTransId="{6B5D84E7-031E-4600-A353-354D19C2F45B}" sibTransId="{200F3FB6-078B-4F64-9015-3C4303F7DB21}"/>
    <dgm:cxn modelId="{79C3EDFD-2EA4-4302-8D6F-4274528CD273}" type="presParOf" srcId="{18954B3A-434D-4697-8610-CDD04FC4A638}" destId="{8BA8B56B-EFD2-4594-8835-79654A0D647F}" srcOrd="0" destOrd="0" presId="urn:microsoft.com/office/officeart/2008/layout/SquareAccentList"/>
    <dgm:cxn modelId="{5C47E2A8-61F9-47A4-A9B6-216752E44342}" type="presParOf" srcId="{8BA8B56B-EFD2-4594-8835-79654A0D647F}" destId="{4CF190B8-D9E7-4BEF-B852-6AF96477D926}" srcOrd="0" destOrd="0" presId="urn:microsoft.com/office/officeart/2008/layout/SquareAccentList"/>
    <dgm:cxn modelId="{EC6ECABB-CA2E-415A-9E0D-2543A9381541}" type="presParOf" srcId="{4CF190B8-D9E7-4BEF-B852-6AF96477D926}" destId="{00606972-0F3D-40C4-88D7-2844262F4227}" srcOrd="0" destOrd="0" presId="urn:microsoft.com/office/officeart/2008/layout/SquareAccentList"/>
    <dgm:cxn modelId="{D2A50DCB-298B-4716-BC9B-DAAED58834B4}" type="presParOf" srcId="{4CF190B8-D9E7-4BEF-B852-6AF96477D926}" destId="{5AAA4CB7-F74F-47B0-8EC8-70F6B9663AD7}" srcOrd="1" destOrd="0" presId="urn:microsoft.com/office/officeart/2008/layout/SquareAccentList"/>
    <dgm:cxn modelId="{9E0AEB86-CF8F-4C2E-AC0E-01807522D69E}" type="presParOf" srcId="{4CF190B8-D9E7-4BEF-B852-6AF96477D926}" destId="{981CF600-8837-4331-A718-4E00548D2445}" srcOrd="2" destOrd="0" presId="urn:microsoft.com/office/officeart/2008/layout/SquareAccentList"/>
    <dgm:cxn modelId="{F2A50001-3351-4A85-BBF2-6F1B7DEF4873}" type="presParOf" srcId="{8BA8B56B-EFD2-4594-8835-79654A0D647F}" destId="{9C74DB50-AB2A-4390-9D65-70765B88D289}" srcOrd="1" destOrd="0" presId="urn:microsoft.com/office/officeart/2008/layout/SquareAccentList"/>
    <dgm:cxn modelId="{5FCE1BA7-D1A8-4B2B-BBC2-465D4A5B0229}" type="presParOf" srcId="{9C74DB50-AB2A-4390-9D65-70765B88D289}" destId="{909C22D0-5E7D-4650-A395-86C59A5C8AC0}" srcOrd="0" destOrd="0" presId="urn:microsoft.com/office/officeart/2008/layout/SquareAccentList"/>
    <dgm:cxn modelId="{7C61C967-0E3E-41A3-9323-F4B1E895553B}" type="presParOf" srcId="{909C22D0-5E7D-4650-A395-86C59A5C8AC0}" destId="{F358E913-3FAB-42B8-AE84-B5AFDD8363FA}" srcOrd="0" destOrd="0" presId="urn:microsoft.com/office/officeart/2008/layout/SquareAccentList"/>
    <dgm:cxn modelId="{36F826EA-CD64-49FA-BD14-736AE751601C}" type="presParOf" srcId="{909C22D0-5E7D-4650-A395-86C59A5C8AC0}" destId="{30546FF4-6569-49B5-B3E5-BC3624BDE2A4}" srcOrd="1" destOrd="0" presId="urn:microsoft.com/office/officeart/2008/layout/SquareAccentList"/>
    <dgm:cxn modelId="{BC3332A2-1F1C-431E-941F-0CCFFC74BD2D}" type="presParOf" srcId="{9C74DB50-AB2A-4390-9D65-70765B88D289}" destId="{2DD7E5E1-04CC-4845-A98B-E5202A5A55E4}" srcOrd="1" destOrd="0" presId="urn:microsoft.com/office/officeart/2008/layout/SquareAccentList"/>
    <dgm:cxn modelId="{61A5F2A8-5C3F-4911-9771-59E246DDC6A4}" type="presParOf" srcId="{2DD7E5E1-04CC-4845-A98B-E5202A5A55E4}" destId="{5902B407-F25D-46D7-9977-91065362F059}" srcOrd="0" destOrd="0" presId="urn:microsoft.com/office/officeart/2008/layout/SquareAccentList"/>
    <dgm:cxn modelId="{72787BE6-3207-4B1D-82BE-C6AF325F4757}" type="presParOf" srcId="{2DD7E5E1-04CC-4845-A98B-E5202A5A55E4}" destId="{FE2707B4-4EF5-44AA-9A08-28D8F801FBEC}" srcOrd="1" destOrd="0" presId="urn:microsoft.com/office/officeart/2008/layout/SquareAccentList"/>
    <dgm:cxn modelId="{123402E9-CAB9-4133-ABFF-8A9435DD2642}" type="presParOf" srcId="{9C74DB50-AB2A-4390-9D65-70765B88D289}" destId="{55D87C10-A85D-4CAD-B559-5AF78032EA42}" srcOrd="2" destOrd="0" presId="urn:microsoft.com/office/officeart/2008/layout/SquareAccentList"/>
    <dgm:cxn modelId="{CB7AE76E-BA03-4F6A-ADF9-58AED61E93AC}" type="presParOf" srcId="{55D87C10-A85D-4CAD-B559-5AF78032EA42}" destId="{F7B4F77D-CA60-4FFD-BDD3-D61D55CD0472}" srcOrd="0" destOrd="0" presId="urn:microsoft.com/office/officeart/2008/layout/SquareAccentList"/>
    <dgm:cxn modelId="{5DA754B6-7E53-4F52-B118-8DC71F492BED}" type="presParOf" srcId="{55D87C10-A85D-4CAD-B559-5AF78032EA42}" destId="{C718F68D-99BD-420F-AEE3-2F83DEC9CDED}" srcOrd="1" destOrd="0" presId="urn:microsoft.com/office/officeart/2008/layout/SquareAccentList"/>
    <dgm:cxn modelId="{99E7AA72-A694-4296-A7D9-A63DC2AEBA89}" type="presParOf" srcId="{18954B3A-434D-4697-8610-CDD04FC4A638}" destId="{8E447E87-E75D-47CB-91C5-3088C322B964}" srcOrd="1" destOrd="0" presId="urn:microsoft.com/office/officeart/2008/layout/SquareAccentList"/>
    <dgm:cxn modelId="{198A791B-B977-47C3-8F6D-29F8C05F06D2}" type="presParOf" srcId="{8E447E87-E75D-47CB-91C5-3088C322B964}" destId="{DBBFA401-586F-4E41-AD0A-2488C7B655A5}" srcOrd="0" destOrd="0" presId="urn:microsoft.com/office/officeart/2008/layout/SquareAccentList"/>
    <dgm:cxn modelId="{19C68D1F-AEC4-4B05-A01C-03F106838930}" type="presParOf" srcId="{DBBFA401-586F-4E41-AD0A-2488C7B655A5}" destId="{9582EF2E-3EE9-4451-AF3F-0DD468FF7615}" srcOrd="0" destOrd="0" presId="urn:microsoft.com/office/officeart/2008/layout/SquareAccentList"/>
    <dgm:cxn modelId="{5BA3377C-7A15-46F1-A2AA-4E56A6A1B348}" type="presParOf" srcId="{DBBFA401-586F-4E41-AD0A-2488C7B655A5}" destId="{50AD4099-CB22-420C-BB29-7615857576D7}" srcOrd="1" destOrd="0" presId="urn:microsoft.com/office/officeart/2008/layout/SquareAccentList"/>
    <dgm:cxn modelId="{90A07D7B-B689-4B82-940C-13133C2A9B7F}" type="presParOf" srcId="{DBBFA401-586F-4E41-AD0A-2488C7B655A5}" destId="{1E606FF1-5947-48C5-99EB-6678702A7C2A}" srcOrd="2" destOrd="0" presId="urn:microsoft.com/office/officeart/2008/layout/SquareAccentList"/>
    <dgm:cxn modelId="{31DBF154-9C10-45B2-85AC-CA308B8FA448}" type="presParOf" srcId="{8E447E87-E75D-47CB-91C5-3088C322B964}" destId="{2DDE1373-76DD-4252-BAEB-9BCBA99BC888}" srcOrd="1" destOrd="0" presId="urn:microsoft.com/office/officeart/2008/layout/SquareAccentList"/>
    <dgm:cxn modelId="{76AD8825-0802-48FC-BD69-2B5154B97372}" type="presParOf" srcId="{2DDE1373-76DD-4252-BAEB-9BCBA99BC888}" destId="{C5887F93-1D2C-4073-8620-3333BEC76CCC}" srcOrd="0" destOrd="0" presId="urn:microsoft.com/office/officeart/2008/layout/SquareAccentList"/>
    <dgm:cxn modelId="{A6571BDE-DA13-4195-8E54-A5EF14DDF6A0}" type="presParOf" srcId="{C5887F93-1D2C-4073-8620-3333BEC76CCC}" destId="{D803E373-B5B6-4A25-B9A3-5DA8955A3AB8}" srcOrd="0" destOrd="0" presId="urn:microsoft.com/office/officeart/2008/layout/SquareAccentList"/>
    <dgm:cxn modelId="{D9BAD630-0551-405B-879E-A9C1CA0DD824}" type="presParOf" srcId="{C5887F93-1D2C-4073-8620-3333BEC76CCC}" destId="{1F304132-806F-4F36-A049-861F154D918A}" srcOrd="1" destOrd="0" presId="urn:microsoft.com/office/officeart/2008/layout/SquareAccentList"/>
    <dgm:cxn modelId="{1D9B96C4-926F-4B9B-BF7E-1DE00FEBE3F9}" type="presParOf" srcId="{2DDE1373-76DD-4252-BAEB-9BCBA99BC888}" destId="{90B9A7B8-4869-42AA-8B90-04170E56E8BB}" srcOrd="1" destOrd="0" presId="urn:microsoft.com/office/officeart/2008/layout/SquareAccentList"/>
    <dgm:cxn modelId="{4E71A6B8-03E0-4B5A-955A-FA7BFC6C1FA4}" type="presParOf" srcId="{90B9A7B8-4869-42AA-8B90-04170E56E8BB}" destId="{2D9565E9-FE61-4A3F-AE4C-C83541E97D6E}" srcOrd="0" destOrd="0" presId="urn:microsoft.com/office/officeart/2008/layout/SquareAccentList"/>
    <dgm:cxn modelId="{634C51FC-12AB-42BF-9015-0B925A9115A6}" type="presParOf" srcId="{90B9A7B8-4869-42AA-8B90-04170E56E8BB}" destId="{5AFF768E-3659-4239-BA8E-D09FCFCDE077}" srcOrd="1" destOrd="0" presId="urn:microsoft.com/office/officeart/2008/layout/SquareAccentList"/>
    <dgm:cxn modelId="{5F249794-AC84-4DA3-9C56-088523657BE5}" type="presParOf" srcId="{2DDE1373-76DD-4252-BAEB-9BCBA99BC888}" destId="{9EC8B51A-4BD7-446D-ADA9-C7A20351BAB9}" srcOrd="2" destOrd="0" presId="urn:microsoft.com/office/officeart/2008/layout/SquareAccentList"/>
    <dgm:cxn modelId="{D7810FD4-18F0-4229-A1B4-70CEF9774353}" type="presParOf" srcId="{9EC8B51A-4BD7-446D-ADA9-C7A20351BAB9}" destId="{ED1E9E70-6ADF-42FB-B6A8-C00BADC70451}" srcOrd="0" destOrd="0" presId="urn:microsoft.com/office/officeart/2008/layout/SquareAccentList"/>
    <dgm:cxn modelId="{FFF375F8-8F78-4D0E-AA28-15D192B87D89}" type="presParOf" srcId="{9EC8B51A-4BD7-446D-ADA9-C7A20351BAB9}" destId="{581F60D1-0DCF-425C-A8E0-2B4DA85FD42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C04FD6-46B8-43F8-9026-F1593A444D8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3E3173-CBC4-4E43-8B16-4310995FE64D}">
      <dgm:prSet phldrT="[Text]" phldr="0"/>
      <dgm:spPr/>
      <dgm:t>
        <a:bodyPr/>
        <a:lstStyle/>
        <a:p>
          <a:r>
            <a:rPr lang="en-US" dirty="0"/>
            <a:t>GAP = OPEN-PREVIOUS CLOSE</a:t>
          </a:r>
          <a:endParaRPr lang="en-IN" dirty="0"/>
        </a:p>
      </dgm:t>
    </dgm:pt>
    <dgm:pt modelId="{5C60E387-E506-4905-B15F-C927153A0F48}" type="parTrans" cxnId="{317C05A3-4BD3-4E18-9414-852C4E887196}">
      <dgm:prSet/>
      <dgm:spPr/>
      <dgm:t>
        <a:bodyPr/>
        <a:lstStyle/>
        <a:p>
          <a:endParaRPr lang="en-IN"/>
        </a:p>
      </dgm:t>
    </dgm:pt>
    <dgm:pt modelId="{27B497E5-40A5-40CA-B796-1731A4C86AFD}" type="sibTrans" cxnId="{317C05A3-4BD3-4E18-9414-852C4E887196}">
      <dgm:prSet/>
      <dgm:spPr/>
      <dgm:t>
        <a:bodyPr/>
        <a:lstStyle/>
        <a:p>
          <a:endParaRPr lang="en-IN"/>
        </a:p>
      </dgm:t>
    </dgm:pt>
    <dgm:pt modelId="{25C8F4EF-27A9-4C6F-BB87-298FD97821B4}">
      <dgm:prSet phldrT="[Text]" phldr="0"/>
      <dgm:spPr/>
      <dgm:t>
        <a:bodyPr/>
        <a:lstStyle/>
        <a:p>
          <a:r>
            <a:rPr lang="en-US" dirty="0"/>
            <a:t>GAP% = (Open – Previous Closed) / (Previous – Close) x 100</a:t>
          </a:r>
          <a:endParaRPr lang="en-IN" dirty="0"/>
        </a:p>
      </dgm:t>
    </dgm:pt>
    <dgm:pt modelId="{EF674847-10E2-40B6-8B84-2097DDDCD09C}" type="parTrans" cxnId="{82BE181C-801C-4F06-A97B-7A1A82468668}">
      <dgm:prSet/>
      <dgm:spPr/>
      <dgm:t>
        <a:bodyPr/>
        <a:lstStyle/>
        <a:p>
          <a:endParaRPr lang="en-IN"/>
        </a:p>
      </dgm:t>
    </dgm:pt>
    <dgm:pt modelId="{32F33645-5C33-41DD-8ABE-CEBE285295FB}" type="sibTrans" cxnId="{82BE181C-801C-4F06-A97B-7A1A82468668}">
      <dgm:prSet/>
      <dgm:spPr/>
      <dgm:t>
        <a:bodyPr/>
        <a:lstStyle/>
        <a:p>
          <a:endParaRPr lang="en-IN"/>
        </a:p>
      </dgm:t>
    </dgm:pt>
    <dgm:pt modelId="{EF12464F-BE2B-4AE6-AC47-A74B9987463D}">
      <dgm:prSet phldrT="[Text]" phldr="0"/>
      <dgm:spPr/>
      <dgm:t>
        <a:bodyPr/>
        <a:lstStyle/>
        <a:p>
          <a:r>
            <a:rPr lang="en-US" dirty="0"/>
            <a:t>TURNOVER = Traded Volume x Last Price </a:t>
          </a:r>
          <a:endParaRPr lang="en-IN" dirty="0"/>
        </a:p>
      </dgm:t>
    </dgm:pt>
    <dgm:pt modelId="{E64032A0-3355-4B0F-9FBD-1120D671F854}" type="parTrans" cxnId="{62850F4F-385C-4F01-8608-B9008EB5FE42}">
      <dgm:prSet/>
      <dgm:spPr/>
      <dgm:t>
        <a:bodyPr/>
        <a:lstStyle/>
        <a:p>
          <a:endParaRPr lang="en-IN"/>
        </a:p>
      </dgm:t>
    </dgm:pt>
    <dgm:pt modelId="{AA5CC642-D786-4153-8803-168A18701293}" type="sibTrans" cxnId="{62850F4F-385C-4F01-8608-B9008EB5FE42}">
      <dgm:prSet/>
      <dgm:spPr/>
      <dgm:t>
        <a:bodyPr/>
        <a:lstStyle/>
        <a:p>
          <a:endParaRPr lang="en-IN"/>
        </a:p>
      </dgm:t>
    </dgm:pt>
    <dgm:pt modelId="{5F81E588-96C5-4122-AA76-3DF2ECB025C3}">
      <dgm:prSet/>
      <dgm:spPr/>
      <dgm:t>
        <a:bodyPr/>
        <a:lstStyle/>
        <a:p>
          <a:r>
            <a:rPr lang="en-US" dirty="0"/>
            <a:t>PRICE POSITION = (Last Price – Day Low) / (Day High – Day Low)</a:t>
          </a:r>
          <a:endParaRPr lang="en-IN" dirty="0"/>
        </a:p>
      </dgm:t>
    </dgm:pt>
    <dgm:pt modelId="{79B07233-A4EA-4340-AC1D-634D149C214F}" type="parTrans" cxnId="{5675075F-0065-4B6F-BC6F-3862D6240BC5}">
      <dgm:prSet/>
      <dgm:spPr/>
      <dgm:t>
        <a:bodyPr/>
        <a:lstStyle/>
        <a:p>
          <a:endParaRPr lang="en-IN"/>
        </a:p>
      </dgm:t>
    </dgm:pt>
    <dgm:pt modelId="{6111712F-ECAC-467C-A649-6E9EB24774F4}" type="sibTrans" cxnId="{5675075F-0065-4B6F-BC6F-3862D6240BC5}">
      <dgm:prSet/>
      <dgm:spPr/>
      <dgm:t>
        <a:bodyPr/>
        <a:lstStyle/>
        <a:p>
          <a:endParaRPr lang="en-IN"/>
        </a:p>
      </dgm:t>
    </dgm:pt>
    <dgm:pt modelId="{9EE87477-191A-454B-827E-1B880E885E17}" type="pres">
      <dgm:prSet presAssocID="{D3C04FD6-46B8-43F8-9026-F1593A444D8E}" presName="linear" presStyleCnt="0">
        <dgm:presLayoutVars>
          <dgm:dir/>
          <dgm:animLvl val="lvl"/>
          <dgm:resizeHandles val="exact"/>
        </dgm:presLayoutVars>
      </dgm:prSet>
      <dgm:spPr/>
    </dgm:pt>
    <dgm:pt modelId="{E702D14E-1EB4-4C4D-9580-B44108BF9972}" type="pres">
      <dgm:prSet presAssocID="{B13E3173-CBC4-4E43-8B16-4310995FE64D}" presName="parentLin" presStyleCnt="0"/>
      <dgm:spPr/>
    </dgm:pt>
    <dgm:pt modelId="{9132B385-83D8-4C24-92B0-DB57F07DAFE9}" type="pres">
      <dgm:prSet presAssocID="{B13E3173-CBC4-4E43-8B16-4310995FE64D}" presName="parentLeftMargin" presStyleLbl="node1" presStyleIdx="0" presStyleCnt="4"/>
      <dgm:spPr/>
    </dgm:pt>
    <dgm:pt modelId="{958F19C1-B1DE-494B-B39B-9F2C71930D1F}" type="pres">
      <dgm:prSet presAssocID="{B13E3173-CBC4-4E43-8B16-4310995FE6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A312F4E-8FE0-4716-ADB5-47B310F3832F}" type="pres">
      <dgm:prSet presAssocID="{B13E3173-CBC4-4E43-8B16-4310995FE64D}" presName="negativeSpace" presStyleCnt="0"/>
      <dgm:spPr/>
    </dgm:pt>
    <dgm:pt modelId="{72E43C91-8238-4112-9916-1BB883C86C48}" type="pres">
      <dgm:prSet presAssocID="{B13E3173-CBC4-4E43-8B16-4310995FE64D}" presName="childText" presStyleLbl="conFgAcc1" presStyleIdx="0" presStyleCnt="4">
        <dgm:presLayoutVars>
          <dgm:bulletEnabled val="1"/>
        </dgm:presLayoutVars>
      </dgm:prSet>
      <dgm:spPr/>
    </dgm:pt>
    <dgm:pt modelId="{45ABDCAF-92DC-406A-85DD-7A5873400A3B}" type="pres">
      <dgm:prSet presAssocID="{27B497E5-40A5-40CA-B796-1731A4C86AFD}" presName="spaceBetweenRectangles" presStyleCnt="0"/>
      <dgm:spPr/>
    </dgm:pt>
    <dgm:pt modelId="{2DE0E653-88CC-4ADD-8783-E641CC59B6D5}" type="pres">
      <dgm:prSet presAssocID="{25C8F4EF-27A9-4C6F-BB87-298FD97821B4}" presName="parentLin" presStyleCnt="0"/>
      <dgm:spPr/>
    </dgm:pt>
    <dgm:pt modelId="{3C551B02-C4BA-4C5D-9F37-B9F4897B5FF8}" type="pres">
      <dgm:prSet presAssocID="{25C8F4EF-27A9-4C6F-BB87-298FD97821B4}" presName="parentLeftMargin" presStyleLbl="node1" presStyleIdx="0" presStyleCnt="4"/>
      <dgm:spPr/>
    </dgm:pt>
    <dgm:pt modelId="{C1FF36B4-63A0-46D4-87CD-72068B2395E7}" type="pres">
      <dgm:prSet presAssocID="{25C8F4EF-27A9-4C6F-BB87-298FD97821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3F8DEE-32E8-4406-9178-E8B0BC62E6C6}" type="pres">
      <dgm:prSet presAssocID="{25C8F4EF-27A9-4C6F-BB87-298FD97821B4}" presName="negativeSpace" presStyleCnt="0"/>
      <dgm:spPr/>
    </dgm:pt>
    <dgm:pt modelId="{0B01894E-5D45-4444-8DE8-8CFE07632E2A}" type="pres">
      <dgm:prSet presAssocID="{25C8F4EF-27A9-4C6F-BB87-298FD97821B4}" presName="childText" presStyleLbl="conFgAcc1" presStyleIdx="1" presStyleCnt="4">
        <dgm:presLayoutVars>
          <dgm:bulletEnabled val="1"/>
        </dgm:presLayoutVars>
      </dgm:prSet>
      <dgm:spPr/>
    </dgm:pt>
    <dgm:pt modelId="{16219CE8-74C6-46B9-88B9-11E1794F63FC}" type="pres">
      <dgm:prSet presAssocID="{32F33645-5C33-41DD-8ABE-CEBE285295FB}" presName="spaceBetweenRectangles" presStyleCnt="0"/>
      <dgm:spPr/>
    </dgm:pt>
    <dgm:pt modelId="{B72350AB-253D-4BAE-BD8B-C8FD2CE69AA1}" type="pres">
      <dgm:prSet presAssocID="{5F81E588-96C5-4122-AA76-3DF2ECB025C3}" presName="parentLin" presStyleCnt="0"/>
      <dgm:spPr/>
    </dgm:pt>
    <dgm:pt modelId="{51DF8EB2-C87D-443E-8299-CC7FB1B4C974}" type="pres">
      <dgm:prSet presAssocID="{5F81E588-96C5-4122-AA76-3DF2ECB025C3}" presName="parentLeftMargin" presStyleLbl="node1" presStyleIdx="1" presStyleCnt="4"/>
      <dgm:spPr/>
    </dgm:pt>
    <dgm:pt modelId="{0DB27705-8E0E-47E4-9F97-6A3991BE3C23}" type="pres">
      <dgm:prSet presAssocID="{5F81E588-96C5-4122-AA76-3DF2ECB025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556AA6-5C94-44F5-A90C-879EF04CF510}" type="pres">
      <dgm:prSet presAssocID="{5F81E588-96C5-4122-AA76-3DF2ECB025C3}" presName="negativeSpace" presStyleCnt="0"/>
      <dgm:spPr/>
    </dgm:pt>
    <dgm:pt modelId="{05BEBA58-0F32-4F5D-AD01-787957DBC02C}" type="pres">
      <dgm:prSet presAssocID="{5F81E588-96C5-4122-AA76-3DF2ECB025C3}" presName="childText" presStyleLbl="conFgAcc1" presStyleIdx="2" presStyleCnt="4">
        <dgm:presLayoutVars>
          <dgm:bulletEnabled val="1"/>
        </dgm:presLayoutVars>
      </dgm:prSet>
      <dgm:spPr/>
    </dgm:pt>
    <dgm:pt modelId="{5531AA45-0088-4DFF-8922-890CCB8A05D6}" type="pres">
      <dgm:prSet presAssocID="{6111712F-ECAC-467C-A649-6E9EB24774F4}" presName="spaceBetweenRectangles" presStyleCnt="0"/>
      <dgm:spPr/>
    </dgm:pt>
    <dgm:pt modelId="{3099D8E7-090A-4338-B75E-5A631D8B8E23}" type="pres">
      <dgm:prSet presAssocID="{EF12464F-BE2B-4AE6-AC47-A74B9987463D}" presName="parentLin" presStyleCnt="0"/>
      <dgm:spPr/>
    </dgm:pt>
    <dgm:pt modelId="{129EA3FF-5DF9-47FD-B878-5A6FDD7D4D57}" type="pres">
      <dgm:prSet presAssocID="{EF12464F-BE2B-4AE6-AC47-A74B9987463D}" presName="parentLeftMargin" presStyleLbl="node1" presStyleIdx="2" presStyleCnt="4"/>
      <dgm:spPr/>
    </dgm:pt>
    <dgm:pt modelId="{175C0FF7-DAEC-4CBD-B198-2D276A490AF3}" type="pres">
      <dgm:prSet presAssocID="{EF12464F-BE2B-4AE6-AC47-A74B9987463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973730D-16EF-4CF4-8C0C-C474ACF67E38}" type="pres">
      <dgm:prSet presAssocID="{EF12464F-BE2B-4AE6-AC47-A74B9987463D}" presName="negativeSpace" presStyleCnt="0"/>
      <dgm:spPr/>
    </dgm:pt>
    <dgm:pt modelId="{AB7649BA-8131-4CD7-A7D8-84744419A819}" type="pres">
      <dgm:prSet presAssocID="{EF12464F-BE2B-4AE6-AC47-A74B9987463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2BE181C-801C-4F06-A97B-7A1A82468668}" srcId="{D3C04FD6-46B8-43F8-9026-F1593A444D8E}" destId="{25C8F4EF-27A9-4C6F-BB87-298FD97821B4}" srcOrd="1" destOrd="0" parTransId="{EF674847-10E2-40B6-8B84-2097DDDCD09C}" sibTransId="{32F33645-5C33-41DD-8ABE-CEBE285295FB}"/>
    <dgm:cxn modelId="{09623F23-35D1-471D-9101-D704F8C22514}" type="presOf" srcId="{EF12464F-BE2B-4AE6-AC47-A74B9987463D}" destId="{175C0FF7-DAEC-4CBD-B198-2D276A490AF3}" srcOrd="1" destOrd="0" presId="urn:microsoft.com/office/officeart/2005/8/layout/list1"/>
    <dgm:cxn modelId="{5675075F-0065-4B6F-BC6F-3862D6240BC5}" srcId="{D3C04FD6-46B8-43F8-9026-F1593A444D8E}" destId="{5F81E588-96C5-4122-AA76-3DF2ECB025C3}" srcOrd="2" destOrd="0" parTransId="{79B07233-A4EA-4340-AC1D-634D149C214F}" sibTransId="{6111712F-ECAC-467C-A649-6E9EB24774F4}"/>
    <dgm:cxn modelId="{CA010567-2A55-49BD-84F3-6B9C80F2CB24}" type="presOf" srcId="{B13E3173-CBC4-4E43-8B16-4310995FE64D}" destId="{958F19C1-B1DE-494B-B39B-9F2C71930D1F}" srcOrd="1" destOrd="0" presId="urn:microsoft.com/office/officeart/2005/8/layout/list1"/>
    <dgm:cxn modelId="{62850F4F-385C-4F01-8608-B9008EB5FE42}" srcId="{D3C04FD6-46B8-43F8-9026-F1593A444D8E}" destId="{EF12464F-BE2B-4AE6-AC47-A74B9987463D}" srcOrd="3" destOrd="0" parTransId="{E64032A0-3355-4B0F-9FBD-1120D671F854}" sibTransId="{AA5CC642-D786-4153-8803-168A18701293}"/>
    <dgm:cxn modelId="{68DDFE4F-8B8C-417B-978E-7CC9D05D6E70}" type="presOf" srcId="{25C8F4EF-27A9-4C6F-BB87-298FD97821B4}" destId="{3C551B02-C4BA-4C5D-9F37-B9F4897B5FF8}" srcOrd="0" destOrd="0" presId="urn:microsoft.com/office/officeart/2005/8/layout/list1"/>
    <dgm:cxn modelId="{3EF8D076-AEA4-4962-A986-CEB4E1C4F3A2}" type="presOf" srcId="{EF12464F-BE2B-4AE6-AC47-A74B9987463D}" destId="{129EA3FF-5DF9-47FD-B878-5A6FDD7D4D57}" srcOrd="0" destOrd="0" presId="urn:microsoft.com/office/officeart/2005/8/layout/list1"/>
    <dgm:cxn modelId="{F3A4C677-E612-4C45-9DDF-B2927C4BF952}" type="presOf" srcId="{5F81E588-96C5-4122-AA76-3DF2ECB025C3}" destId="{0DB27705-8E0E-47E4-9F97-6A3991BE3C23}" srcOrd="1" destOrd="0" presId="urn:microsoft.com/office/officeart/2005/8/layout/list1"/>
    <dgm:cxn modelId="{90366358-A598-4BDF-B469-EE9083EA4725}" type="presOf" srcId="{D3C04FD6-46B8-43F8-9026-F1593A444D8E}" destId="{9EE87477-191A-454B-827E-1B880E885E17}" srcOrd="0" destOrd="0" presId="urn:microsoft.com/office/officeart/2005/8/layout/list1"/>
    <dgm:cxn modelId="{1BB9CC88-126D-4CC0-84ED-D8B7CF12A896}" type="presOf" srcId="{B13E3173-CBC4-4E43-8B16-4310995FE64D}" destId="{9132B385-83D8-4C24-92B0-DB57F07DAFE9}" srcOrd="0" destOrd="0" presId="urn:microsoft.com/office/officeart/2005/8/layout/list1"/>
    <dgm:cxn modelId="{B2CB278C-5D2E-4907-92FE-9B35F0DE2FFA}" type="presOf" srcId="{5F81E588-96C5-4122-AA76-3DF2ECB025C3}" destId="{51DF8EB2-C87D-443E-8299-CC7FB1B4C974}" srcOrd="0" destOrd="0" presId="urn:microsoft.com/office/officeart/2005/8/layout/list1"/>
    <dgm:cxn modelId="{317C05A3-4BD3-4E18-9414-852C4E887196}" srcId="{D3C04FD6-46B8-43F8-9026-F1593A444D8E}" destId="{B13E3173-CBC4-4E43-8B16-4310995FE64D}" srcOrd="0" destOrd="0" parTransId="{5C60E387-E506-4905-B15F-C927153A0F48}" sibTransId="{27B497E5-40A5-40CA-B796-1731A4C86AFD}"/>
    <dgm:cxn modelId="{17EF8AF2-6C43-4801-B4D2-9B2A45339671}" type="presOf" srcId="{25C8F4EF-27A9-4C6F-BB87-298FD97821B4}" destId="{C1FF36B4-63A0-46D4-87CD-72068B2395E7}" srcOrd="1" destOrd="0" presId="urn:microsoft.com/office/officeart/2005/8/layout/list1"/>
    <dgm:cxn modelId="{BF99B8AB-6AAB-443D-A49B-06E82A4A6F11}" type="presParOf" srcId="{9EE87477-191A-454B-827E-1B880E885E17}" destId="{E702D14E-1EB4-4C4D-9580-B44108BF9972}" srcOrd="0" destOrd="0" presId="urn:microsoft.com/office/officeart/2005/8/layout/list1"/>
    <dgm:cxn modelId="{4B8EDF38-853E-494D-B95B-44C54E31391A}" type="presParOf" srcId="{E702D14E-1EB4-4C4D-9580-B44108BF9972}" destId="{9132B385-83D8-4C24-92B0-DB57F07DAFE9}" srcOrd="0" destOrd="0" presId="urn:microsoft.com/office/officeart/2005/8/layout/list1"/>
    <dgm:cxn modelId="{23E70A5A-D274-46F2-B59C-22B440FE1D4B}" type="presParOf" srcId="{E702D14E-1EB4-4C4D-9580-B44108BF9972}" destId="{958F19C1-B1DE-494B-B39B-9F2C71930D1F}" srcOrd="1" destOrd="0" presId="urn:microsoft.com/office/officeart/2005/8/layout/list1"/>
    <dgm:cxn modelId="{13B6BDFA-61A7-4FA5-B997-58500E79EE3B}" type="presParOf" srcId="{9EE87477-191A-454B-827E-1B880E885E17}" destId="{6A312F4E-8FE0-4716-ADB5-47B310F3832F}" srcOrd="1" destOrd="0" presId="urn:microsoft.com/office/officeart/2005/8/layout/list1"/>
    <dgm:cxn modelId="{ADE7D81E-8F5F-481B-9714-4B3458E6CEE9}" type="presParOf" srcId="{9EE87477-191A-454B-827E-1B880E885E17}" destId="{72E43C91-8238-4112-9916-1BB883C86C48}" srcOrd="2" destOrd="0" presId="urn:microsoft.com/office/officeart/2005/8/layout/list1"/>
    <dgm:cxn modelId="{83ED111E-7FDA-41F0-B1FB-027C2B0375F6}" type="presParOf" srcId="{9EE87477-191A-454B-827E-1B880E885E17}" destId="{45ABDCAF-92DC-406A-85DD-7A5873400A3B}" srcOrd="3" destOrd="0" presId="urn:microsoft.com/office/officeart/2005/8/layout/list1"/>
    <dgm:cxn modelId="{6EDE290A-F0E1-4ABA-92D8-D39317D39CBF}" type="presParOf" srcId="{9EE87477-191A-454B-827E-1B880E885E17}" destId="{2DE0E653-88CC-4ADD-8783-E641CC59B6D5}" srcOrd="4" destOrd="0" presId="urn:microsoft.com/office/officeart/2005/8/layout/list1"/>
    <dgm:cxn modelId="{A330C349-6969-4A51-9297-83434537F943}" type="presParOf" srcId="{2DE0E653-88CC-4ADD-8783-E641CC59B6D5}" destId="{3C551B02-C4BA-4C5D-9F37-B9F4897B5FF8}" srcOrd="0" destOrd="0" presId="urn:microsoft.com/office/officeart/2005/8/layout/list1"/>
    <dgm:cxn modelId="{3BD94A2A-C3F0-4B60-9806-20008AB4F82B}" type="presParOf" srcId="{2DE0E653-88CC-4ADD-8783-E641CC59B6D5}" destId="{C1FF36B4-63A0-46D4-87CD-72068B2395E7}" srcOrd="1" destOrd="0" presId="urn:microsoft.com/office/officeart/2005/8/layout/list1"/>
    <dgm:cxn modelId="{62FA8483-2F98-41CF-8FFF-9B7D21AD922C}" type="presParOf" srcId="{9EE87477-191A-454B-827E-1B880E885E17}" destId="{EE3F8DEE-32E8-4406-9178-E8B0BC62E6C6}" srcOrd="5" destOrd="0" presId="urn:microsoft.com/office/officeart/2005/8/layout/list1"/>
    <dgm:cxn modelId="{8025E665-8BA4-450B-A507-2F7CAA19A37F}" type="presParOf" srcId="{9EE87477-191A-454B-827E-1B880E885E17}" destId="{0B01894E-5D45-4444-8DE8-8CFE07632E2A}" srcOrd="6" destOrd="0" presId="urn:microsoft.com/office/officeart/2005/8/layout/list1"/>
    <dgm:cxn modelId="{2782214A-DB25-4A0E-8284-42B2BAA615DA}" type="presParOf" srcId="{9EE87477-191A-454B-827E-1B880E885E17}" destId="{16219CE8-74C6-46B9-88B9-11E1794F63FC}" srcOrd="7" destOrd="0" presId="urn:microsoft.com/office/officeart/2005/8/layout/list1"/>
    <dgm:cxn modelId="{FF725FB3-528F-41A5-B6F2-34DE719704B3}" type="presParOf" srcId="{9EE87477-191A-454B-827E-1B880E885E17}" destId="{B72350AB-253D-4BAE-BD8B-C8FD2CE69AA1}" srcOrd="8" destOrd="0" presId="urn:microsoft.com/office/officeart/2005/8/layout/list1"/>
    <dgm:cxn modelId="{1284EF98-E2DD-480E-857E-1B5BFCB4B7C0}" type="presParOf" srcId="{B72350AB-253D-4BAE-BD8B-C8FD2CE69AA1}" destId="{51DF8EB2-C87D-443E-8299-CC7FB1B4C974}" srcOrd="0" destOrd="0" presId="urn:microsoft.com/office/officeart/2005/8/layout/list1"/>
    <dgm:cxn modelId="{45CBCACB-73CA-4115-8512-24BAF6C74F71}" type="presParOf" srcId="{B72350AB-253D-4BAE-BD8B-C8FD2CE69AA1}" destId="{0DB27705-8E0E-47E4-9F97-6A3991BE3C23}" srcOrd="1" destOrd="0" presId="urn:microsoft.com/office/officeart/2005/8/layout/list1"/>
    <dgm:cxn modelId="{E86A9E5A-B8C1-4BBB-9C49-EC36DF6222BE}" type="presParOf" srcId="{9EE87477-191A-454B-827E-1B880E885E17}" destId="{04556AA6-5C94-44F5-A90C-879EF04CF510}" srcOrd="9" destOrd="0" presId="urn:microsoft.com/office/officeart/2005/8/layout/list1"/>
    <dgm:cxn modelId="{5D52B03B-8E25-4E79-81C6-868AFBEB4D5F}" type="presParOf" srcId="{9EE87477-191A-454B-827E-1B880E885E17}" destId="{05BEBA58-0F32-4F5D-AD01-787957DBC02C}" srcOrd="10" destOrd="0" presId="urn:microsoft.com/office/officeart/2005/8/layout/list1"/>
    <dgm:cxn modelId="{9BCA708A-29D8-4C3F-A481-EAE13BA52E23}" type="presParOf" srcId="{9EE87477-191A-454B-827E-1B880E885E17}" destId="{5531AA45-0088-4DFF-8922-890CCB8A05D6}" srcOrd="11" destOrd="0" presId="urn:microsoft.com/office/officeart/2005/8/layout/list1"/>
    <dgm:cxn modelId="{B34A6CBC-2C78-496A-8713-3D6E0B79EF59}" type="presParOf" srcId="{9EE87477-191A-454B-827E-1B880E885E17}" destId="{3099D8E7-090A-4338-B75E-5A631D8B8E23}" srcOrd="12" destOrd="0" presId="urn:microsoft.com/office/officeart/2005/8/layout/list1"/>
    <dgm:cxn modelId="{B7EF55BE-413C-462E-B84C-063987E7C687}" type="presParOf" srcId="{3099D8E7-090A-4338-B75E-5A631D8B8E23}" destId="{129EA3FF-5DF9-47FD-B878-5A6FDD7D4D57}" srcOrd="0" destOrd="0" presId="urn:microsoft.com/office/officeart/2005/8/layout/list1"/>
    <dgm:cxn modelId="{3D2EE724-DE8D-4F70-8314-BCC17030A787}" type="presParOf" srcId="{3099D8E7-090A-4338-B75E-5A631D8B8E23}" destId="{175C0FF7-DAEC-4CBD-B198-2D276A490AF3}" srcOrd="1" destOrd="0" presId="urn:microsoft.com/office/officeart/2005/8/layout/list1"/>
    <dgm:cxn modelId="{0C5543DC-EB2C-4B19-89E3-3F8BC148B3C6}" type="presParOf" srcId="{9EE87477-191A-454B-827E-1B880E885E17}" destId="{8973730D-16EF-4CF4-8C0C-C474ACF67E38}" srcOrd="13" destOrd="0" presId="urn:microsoft.com/office/officeart/2005/8/layout/list1"/>
    <dgm:cxn modelId="{D7A4947C-8089-456E-B2FC-FBA5B8735DE2}" type="presParOf" srcId="{9EE87477-191A-454B-827E-1B880E885E17}" destId="{AB7649BA-8131-4CD7-A7D8-84744419A81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82FAC-BD61-41BE-B5FB-E9D4542E0B43}">
      <dsp:nvSpPr>
        <dsp:cNvPr id="0" name=""/>
        <dsp:cNvSpPr/>
      </dsp:nvSpPr>
      <dsp:spPr>
        <a:xfrm>
          <a:off x="0" y="3736288"/>
          <a:ext cx="10515600" cy="6129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>
        <a:off x="0" y="3736288"/>
        <a:ext cx="10515600" cy="612969"/>
      </dsp:txXfrm>
    </dsp:sp>
    <dsp:sp modelId="{0C4BEB7B-7389-422F-9A14-1231834E042C}">
      <dsp:nvSpPr>
        <dsp:cNvPr id="0" name=""/>
        <dsp:cNvSpPr/>
      </dsp:nvSpPr>
      <dsp:spPr>
        <a:xfrm rot="10800000">
          <a:off x="0" y="2802736"/>
          <a:ext cx="10515600" cy="9427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10800000">
        <a:off x="0" y="2802736"/>
        <a:ext cx="10515600" cy="612568"/>
      </dsp:txXfrm>
    </dsp:sp>
    <dsp:sp modelId="{614F36D2-FB9E-4120-B066-7C2D6A77FB7D}">
      <dsp:nvSpPr>
        <dsp:cNvPr id="0" name=""/>
        <dsp:cNvSpPr/>
      </dsp:nvSpPr>
      <dsp:spPr>
        <a:xfrm rot="10800000">
          <a:off x="0" y="1869184"/>
          <a:ext cx="10515600" cy="9427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 rot="10800000">
        <a:off x="0" y="1869184"/>
        <a:ext cx="10515600" cy="612568"/>
      </dsp:txXfrm>
    </dsp:sp>
    <dsp:sp modelId="{E8B13C77-4AC8-4EB6-985D-6EF46DEEF1B4}">
      <dsp:nvSpPr>
        <dsp:cNvPr id="0" name=""/>
        <dsp:cNvSpPr/>
      </dsp:nvSpPr>
      <dsp:spPr>
        <a:xfrm rot="10800000">
          <a:off x="0" y="935632"/>
          <a:ext cx="10515600" cy="9427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 rot="10800000">
        <a:off x="0" y="935632"/>
        <a:ext cx="10515600" cy="612568"/>
      </dsp:txXfrm>
    </dsp:sp>
    <dsp:sp modelId="{5AE8DC01-1EBE-41C9-AF0F-4E90D0089D66}">
      <dsp:nvSpPr>
        <dsp:cNvPr id="0" name=""/>
        <dsp:cNvSpPr/>
      </dsp:nvSpPr>
      <dsp:spPr>
        <a:xfrm rot="10800000">
          <a:off x="0" y="2080"/>
          <a:ext cx="10515600" cy="94274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 dirty="0"/>
        </a:p>
      </dsp:txBody>
      <dsp:txXfrm rot="10800000">
        <a:off x="0" y="2080"/>
        <a:ext cx="10515600" cy="612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606972-0F3D-40C4-88D7-2844262F4227}">
      <dsp:nvSpPr>
        <dsp:cNvPr id="0" name=""/>
        <dsp:cNvSpPr/>
      </dsp:nvSpPr>
      <dsp:spPr>
        <a:xfrm>
          <a:off x="0" y="0"/>
          <a:ext cx="5541472" cy="6519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AAA4CB7-F74F-47B0-8EC8-70F6B9663AD7}">
      <dsp:nvSpPr>
        <dsp:cNvPr id="0" name=""/>
        <dsp:cNvSpPr/>
      </dsp:nvSpPr>
      <dsp:spPr>
        <a:xfrm>
          <a:off x="0" y="882597"/>
          <a:ext cx="407096" cy="40709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CF600-8837-4331-A718-4E00548D2445}">
      <dsp:nvSpPr>
        <dsp:cNvPr id="0" name=""/>
        <dsp:cNvSpPr/>
      </dsp:nvSpPr>
      <dsp:spPr>
        <a:xfrm>
          <a:off x="807875" y="0"/>
          <a:ext cx="5541472" cy="117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/>
        </a:p>
      </dsp:txBody>
      <dsp:txXfrm>
        <a:off x="807875" y="0"/>
        <a:ext cx="5541472" cy="1171154"/>
      </dsp:txXfrm>
    </dsp:sp>
    <dsp:sp modelId="{F358E913-3FAB-42B8-AE84-B5AFDD8363FA}">
      <dsp:nvSpPr>
        <dsp:cNvPr id="0" name=""/>
        <dsp:cNvSpPr/>
      </dsp:nvSpPr>
      <dsp:spPr>
        <a:xfrm>
          <a:off x="0" y="1744436"/>
          <a:ext cx="407086" cy="407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46FF4-6569-49B5-B3E5-BC3624BDE2A4}">
      <dsp:nvSpPr>
        <dsp:cNvPr id="0" name=""/>
        <dsp:cNvSpPr/>
      </dsp:nvSpPr>
      <dsp:spPr>
        <a:xfrm>
          <a:off x="1195779" y="2094009"/>
          <a:ext cx="5153569" cy="94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 dirty="0"/>
        </a:p>
      </dsp:txBody>
      <dsp:txXfrm>
        <a:off x="1195779" y="2094009"/>
        <a:ext cx="5153569" cy="948919"/>
      </dsp:txXfrm>
    </dsp:sp>
    <dsp:sp modelId="{5902B407-F25D-46D7-9977-91065362F059}">
      <dsp:nvSpPr>
        <dsp:cNvPr id="0" name=""/>
        <dsp:cNvSpPr/>
      </dsp:nvSpPr>
      <dsp:spPr>
        <a:xfrm>
          <a:off x="0" y="2649818"/>
          <a:ext cx="407086" cy="407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2707B4-4EF5-44AA-9A08-28D8F801FBEC}">
      <dsp:nvSpPr>
        <dsp:cNvPr id="0" name=""/>
        <dsp:cNvSpPr/>
      </dsp:nvSpPr>
      <dsp:spPr>
        <a:xfrm>
          <a:off x="1195779" y="3042929"/>
          <a:ext cx="5153569" cy="94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 dirty="0"/>
        </a:p>
      </dsp:txBody>
      <dsp:txXfrm>
        <a:off x="1195779" y="3042929"/>
        <a:ext cx="5153569" cy="948919"/>
      </dsp:txXfrm>
    </dsp:sp>
    <dsp:sp modelId="{F7B4F77D-CA60-4FFD-BDD3-D61D55CD0472}">
      <dsp:nvSpPr>
        <dsp:cNvPr id="0" name=""/>
        <dsp:cNvSpPr/>
      </dsp:nvSpPr>
      <dsp:spPr>
        <a:xfrm>
          <a:off x="0" y="3526862"/>
          <a:ext cx="407086" cy="407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8F68D-99BD-420F-AEE3-2F83DEC9CDED}">
      <dsp:nvSpPr>
        <dsp:cNvPr id="0" name=""/>
        <dsp:cNvSpPr/>
      </dsp:nvSpPr>
      <dsp:spPr>
        <a:xfrm>
          <a:off x="1195779" y="3991848"/>
          <a:ext cx="5153569" cy="94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 dirty="0"/>
        </a:p>
      </dsp:txBody>
      <dsp:txXfrm>
        <a:off x="1195779" y="3991848"/>
        <a:ext cx="5153569" cy="948919"/>
      </dsp:txXfrm>
    </dsp:sp>
    <dsp:sp modelId="{9582EF2E-3EE9-4451-AF3F-0DD468FF7615}">
      <dsp:nvSpPr>
        <dsp:cNvPr id="0" name=""/>
        <dsp:cNvSpPr/>
      </dsp:nvSpPr>
      <dsp:spPr>
        <a:xfrm>
          <a:off x="6611626" y="45342"/>
          <a:ext cx="5541472" cy="6519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AD4099-CB22-420C-BB29-7615857576D7}">
      <dsp:nvSpPr>
        <dsp:cNvPr id="0" name=""/>
        <dsp:cNvSpPr/>
      </dsp:nvSpPr>
      <dsp:spPr>
        <a:xfrm>
          <a:off x="0" y="4353137"/>
          <a:ext cx="407096" cy="40709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06FF1-5947-48C5-99EB-6678702A7C2A}">
      <dsp:nvSpPr>
        <dsp:cNvPr id="0" name=""/>
        <dsp:cNvSpPr/>
      </dsp:nvSpPr>
      <dsp:spPr>
        <a:xfrm>
          <a:off x="6626422" y="0"/>
          <a:ext cx="5541472" cy="117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/>
        </a:p>
      </dsp:txBody>
      <dsp:txXfrm>
        <a:off x="6626422" y="0"/>
        <a:ext cx="5541472" cy="1171154"/>
      </dsp:txXfrm>
    </dsp:sp>
    <dsp:sp modelId="{D803E373-B5B6-4A25-B9A3-5DA8955A3AB8}">
      <dsp:nvSpPr>
        <dsp:cNvPr id="0" name=""/>
        <dsp:cNvSpPr/>
      </dsp:nvSpPr>
      <dsp:spPr>
        <a:xfrm>
          <a:off x="6789708" y="938897"/>
          <a:ext cx="407086" cy="407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04132-806F-4F36-A049-861F154D918A}">
      <dsp:nvSpPr>
        <dsp:cNvPr id="0" name=""/>
        <dsp:cNvSpPr/>
      </dsp:nvSpPr>
      <dsp:spPr>
        <a:xfrm>
          <a:off x="7014325" y="2094009"/>
          <a:ext cx="5153569" cy="94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 dirty="0"/>
        </a:p>
      </dsp:txBody>
      <dsp:txXfrm>
        <a:off x="7014325" y="2094009"/>
        <a:ext cx="5153569" cy="948919"/>
      </dsp:txXfrm>
    </dsp:sp>
    <dsp:sp modelId="{2D9565E9-FE61-4A3F-AE4C-C83541E97D6E}">
      <dsp:nvSpPr>
        <dsp:cNvPr id="0" name=""/>
        <dsp:cNvSpPr/>
      </dsp:nvSpPr>
      <dsp:spPr>
        <a:xfrm>
          <a:off x="6795969" y="1603377"/>
          <a:ext cx="407086" cy="407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F768E-3659-4239-BA8E-D09FCFCDE077}">
      <dsp:nvSpPr>
        <dsp:cNvPr id="0" name=""/>
        <dsp:cNvSpPr/>
      </dsp:nvSpPr>
      <dsp:spPr>
        <a:xfrm>
          <a:off x="7014325" y="3042929"/>
          <a:ext cx="5153569" cy="94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 dirty="0"/>
        </a:p>
      </dsp:txBody>
      <dsp:txXfrm>
        <a:off x="7014325" y="3042929"/>
        <a:ext cx="5153569" cy="948919"/>
      </dsp:txXfrm>
    </dsp:sp>
    <dsp:sp modelId="{ED1E9E70-6ADF-42FB-B6A8-C00BADC70451}">
      <dsp:nvSpPr>
        <dsp:cNvPr id="0" name=""/>
        <dsp:cNvSpPr/>
      </dsp:nvSpPr>
      <dsp:spPr>
        <a:xfrm>
          <a:off x="6795969" y="2346877"/>
          <a:ext cx="407086" cy="40708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F60D1-0DCF-425C-A8E0-2B4DA85FD42C}">
      <dsp:nvSpPr>
        <dsp:cNvPr id="0" name=""/>
        <dsp:cNvSpPr/>
      </dsp:nvSpPr>
      <dsp:spPr>
        <a:xfrm>
          <a:off x="7014325" y="3991848"/>
          <a:ext cx="5153569" cy="94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 dirty="0"/>
        </a:p>
      </dsp:txBody>
      <dsp:txXfrm>
        <a:off x="7014325" y="3991848"/>
        <a:ext cx="5153569" cy="948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E43C91-8238-4112-9916-1BB883C86C48}">
      <dsp:nvSpPr>
        <dsp:cNvPr id="0" name=""/>
        <dsp:cNvSpPr/>
      </dsp:nvSpPr>
      <dsp:spPr>
        <a:xfrm>
          <a:off x="0" y="930249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8F19C1-B1DE-494B-B39B-9F2C71930D1F}">
      <dsp:nvSpPr>
        <dsp:cNvPr id="0" name=""/>
        <dsp:cNvSpPr/>
      </dsp:nvSpPr>
      <dsp:spPr>
        <a:xfrm>
          <a:off x="525780" y="679328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GAP = OPEN-PREVIOUS CLOSE</a:t>
          </a:r>
          <a:endParaRPr lang="en-IN" sz="1700" kern="1200" dirty="0"/>
        </a:p>
      </dsp:txBody>
      <dsp:txXfrm>
        <a:off x="550278" y="703826"/>
        <a:ext cx="7311924" cy="452844"/>
      </dsp:txXfrm>
    </dsp:sp>
    <dsp:sp modelId="{0B01894E-5D45-4444-8DE8-8CFE07632E2A}">
      <dsp:nvSpPr>
        <dsp:cNvPr id="0" name=""/>
        <dsp:cNvSpPr/>
      </dsp:nvSpPr>
      <dsp:spPr>
        <a:xfrm>
          <a:off x="0" y="1701369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F36B4-63A0-46D4-87CD-72068B2395E7}">
      <dsp:nvSpPr>
        <dsp:cNvPr id="0" name=""/>
        <dsp:cNvSpPr/>
      </dsp:nvSpPr>
      <dsp:spPr>
        <a:xfrm>
          <a:off x="525780" y="1450449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GAP% = (Open – Previous Closed) / (Previous – Close) x 100</a:t>
          </a:r>
          <a:endParaRPr lang="en-IN" sz="1700" kern="1200" dirty="0"/>
        </a:p>
      </dsp:txBody>
      <dsp:txXfrm>
        <a:off x="550278" y="1474947"/>
        <a:ext cx="7311924" cy="452844"/>
      </dsp:txXfrm>
    </dsp:sp>
    <dsp:sp modelId="{05BEBA58-0F32-4F5D-AD01-787957DBC02C}">
      <dsp:nvSpPr>
        <dsp:cNvPr id="0" name=""/>
        <dsp:cNvSpPr/>
      </dsp:nvSpPr>
      <dsp:spPr>
        <a:xfrm>
          <a:off x="0" y="2472489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27705-8E0E-47E4-9F97-6A3991BE3C23}">
      <dsp:nvSpPr>
        <dsp:cNvPr id="0" name=""/>
        <dsp:cNvSpPr/>
      </dsp:nvSpPr>
      <dsp:spPr>
        <a:xfrm>
          <a:off x="525780" y="2221569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PRICE POSITION = (Last Price – Day Low) / (Day High – Day Low)</a:t>
          </a:r>
          <a:endParaRPr lang="en-IN" sz="1700" kern="1200" dirty="0"/>
        </a:p>
      </dsp:txBody>
      <dsp:txXfrm>
        <a:off x="550278" y="2246067"/>
        <a:ext cx="7311924" cy="452844"/>
      </dsp:txXfrm>
    </dsp:sp>
    <dsp:sp modelId="{AB7649BA-8131-4CD7-A7D8-84744419A819}">
      <dsp:nvSpPr>
        <dsp:cNvPr id="0" name=""/>
        <dsp:cNvSpPr/>
      </dsp:nvSpPr>
      <dsp:spPr>
        <a:xfrm>
          <a:off x="0" y="3243609"/>
          <a:ext cx="105156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C0FF7-DAEC-4CBD-B198-2D276A490AF3}">
      <dsp:nvSpPr>
        <dsp:cNvPr id="0" name=""/>
        <dsp:cNvSpPr/>
      </dsp:nvSpPr>
      <dsp:spPr>
        <a:xfrm>
          <a:off x="525780" y="2992689"/>
          <a:ext cx="736092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TURNOVER = Traded Volume x Last Price </a:t>
          </a:r>
          <a:endParaRPr lang="en-IN" sz="1700" kern="1200" dirty="0"/>
        </a:p>
      </dsp:txBody>
      <dsp:txXfrm>
        <a:off x="550278" y="3017187"/>
        <a:ext cx="731192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10:55:09.1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4203 1763 24575,'-24'9'0,"1"1"0,0 2 0,0 0 0,1 1 0,1 1 0,-29 24 0,-106 115 0,108-102 0,-91 76 0,1-28 0,-4-5 0,-171 82 0,-326 101 0,535-238 0,-1-5 0,-3-4 0,-110 15 0,209-44 0,-2 1 0,-1-1 0,1 0 0,-1 0 0,-17-3 0,26 2 0,0-1 0,1 1 0,-1-1 0,1 0 0,-1 1 0,1-1 0,-1-1 0,1 1 0,-1 0 0,1-1 0,0 1 0,0-1 0,0 1 0,0-1 0,0 0 0,0 0 0,0 0 0,0 0 0,1 0 0,-1-1 0,1 1 0,0 0 0,0-1 0,-2-3 0,-2-16 0,0-1 0,1 0 0,2 0 0,0 0 0,3-39 0,-1 50 0,0 7 0,1 0 0,0 0 0,-1-1 0,2 1 0,-1 0 0,1 0 0,-1 0 0,1 0 0,1 0 0,-1 0 0,1 1 0,0-1 0,0 1 0,0 0 0,0 0 0,1 0 0,0 0 0,0 0 0,0 1 0,6-4 0,9-5 0,0 1 0,0 1 0,36-13 0,-38 16 0,99-36 0,214-50 0,133 16 0,-445 74 0,10-1 0,-1 2 0,1 0 0,34 3 0,-59-1 0,-1 1 0,1-1 0,-1 1 0,0-1 0,1 1 0,-1 0 0,1 0 0,-1 0 0,0 0 0,3 2 0,-4-3 0,-1 0 0,1 1 0,-1-1 0,0 1 0,1-1 0,-1 1 0,1-1 0,-1 1 0,0-1 0,1 1 0,-1-1 0,0 1 0,0 0 0,0-1 0,1 1 0,-1-1 0,0 1 0,0 0 0,0-1 0,0 1 0,0-1 0,0 1 0,0 0 0,0-1 0,0 1 0,-1 1 0,0 0 0,-1 1 0,1 0 0,-1-1 0,0 1 0,0-1 0,0 0 0,-1 1 0,1-1 0,0 0 0,-1 0 0,0-1 0,1 1 0,-1 0 0,0-1 0,-3 2 0,-28 10 0,0 0 0,0-3 0,-1 0 0,0-3 0,-49 5 0,19-6 0,-2-3 0,-70-6 0,89-1 0,0-2 0,0-2 0,-92-28 0,117 28 0,1 0 0,-1-2 0,2-1 0,0 0 0,0-2 0,1 0 0,0-2 0,2 0 0,-33-33 0,44 40 0,0 0 0,1 0 0,0-1 0,0 0 0,1 0 0,0 0 0,1-1 0,0 0 0,0 0 0,1 0 0,1 0 0,-3-16 0,5 19 0,0 0 0,0 1 0,0-1 0,1 0 0,1 1 0,-1-1 0,1 1 0,0-1 0,0 1 0,1 0 0,0-1 0,0 1 0,0 1 0,1-1 0,0 0 0,0 1 0,0 0 0,1 0 0,-1 0 0,11-8 0,15-7 0,1 0 0,1 2 0,1 1 0,0 2 0,1 1 0,56-15 0,21-2 0,0 5 0,125-12 0,230 7 0,-438 30 0,188 2 0,-184 2 0,0 1 0,0 1 0,0 1 0,46 17 0,-71-21 0,0 1 0,-1-1 0,0 1 0,0 1 0,0-1 0,0 1 0,-1 0 0,1 1 0,-1-1 0,0 1 0,8 10 0,-11-12 0,0 1 0,0-1 0,0 0 0,-1 0 0,0 1 0,0-1 0,0 1 0,0 0 0,0-1 0,-1 1 0,1-1 0,-1 1 0,0 0 0,0-1 0,-1 1 0,1 0 0,-1-1 0,0 1 0,0-1 0,0 1 0,0-1 0,0 1 0,-3 4 0,-2 2 0,0 0 0,0-1 0,-1 0 0,0 0 0,-1 0 0,0-1 0,-13 12 0,-8 2 0,-41 26 0,-14-1-7,-1-4 0,-2-3-1,-2-4 1,-139 36 0,-389 58-940,-818 31-1290,1278-160 2237,153-1 0,-1-1 0,0 1 0,1-1 0,-1 0 0,1 0 0,-1-1 0,-5-2 0,10 4 0,0 0 0,-1 0 0,1 0 0,0 0 0,-1-1 0,1 1 0,0 0 0,0 0 0,-1-1 0,1 1 0,0 0 0,0-1 0,-1 1 0,1 0 0,0-1 0,0 1 0,0 0 0,-1-1 0,1 1 0,0 0 0,0-1 0,0 1 0,0 0 0,0-1 0,0 1 0,0-1 0,0 1 0,0 0 0,0-1 0,0 1 0,0 0 0,0-1 0,0 1 0,0-1 0,0 1 0,1 0 0,-1-1 0,0 1 0,0 0 0,0-1 0,1 1 0,-1 0 0,0-1 0,1 1 0,5-5 0,1 0 0,0 0 0,0 1 0,0 0 0,0 0 0,1 1 0,9-3 0,170-52 0,127-19-83,2 14 0,3 13 1,341-7-1,-539 53 984,206 20 0,-300-12-657,0 0 0,27 9 0,-48-11-215,0 0-1,0 0 1,0 0 0,0 1-1,-1 0 1,0 0-1,1 1 1,-1 0-1,0-1 1,-1 2-1,1-1 1,-1 0-1,7 9 1,-9-9-28,0 0 0,0 0 0,0 0 0,-1 0 0,1 1 0,-1-1 0,0 0 0,0 0 0,-1 1 0,1-1 0,-1 1 0,0-1 0,0 1 0,-1-1 0,1 0 0,-1 1 0,0-1 0,0 0 0,0 1 0,-1-1 0,1 0-1,-1 0 1,0 0 0,0 0 0,-1-1 0,-3 6 0,-4 5 16,-1-1 0,0 0 0,-1-1 0,-1 0 0,-21 16 0,-4-2 58,0-2 0,-1-2 0,-1-1 1,-2-2-1,1-2 0,-74 19 0,64-23-81,0-3 0,-1-1 0,0-3 0,0-3-1,-82-4 1,116 0 6,0-1 0,0-1 0,0-1 0,1 0 0,-1-1 0,1-1 0,0-1 0,0 0 0,1-1 0,0-1 0,1-1 0,-25-19 0,28 18 0,0-1 0,0-1 0,1 1 0,1-2 0,0 0 0,1 0 0,1-1 0,0 0 0,1 0 0,0 0 0,2-1 0,-1 0 0,-4-29 0,-2-69 0,8 97 0,-1 18 0,-6 31 0,2-5 0,-1 0 0,-1 0 0,-1-2 0,-2 0 0,0 0 0,-2-1 0,0-1 0,-2 0 0,-1-2 0,0 0 0,-41 34 0,32-33 0,0-1 0,-2-1 0,0-1 0,-1-2 0,-1-1 0,0-1 0,-1-2 0,0-2 0,-47 10 0,45-14 0,-1-2 0,0-2 0,0-1 0,0-2 0,-1-1 0,1-2 0,1-2 0,-43-10 0,61 10 0,0 0 0,1-1 0,0-1 0,0-1 0,1 0 0,0-1 0,1 0 0,-18-15 0,23 15 0,0 0 0,0 0 0,1-1 0,1 0 0,-1 0 0,2-1 0,-1 0 0,2 0 0,-1 0 0,1-1 0,1 0 0,-4-18 0,1-7 0,2-1 0,1 0 0,2 0 0,2 0 0,1 0 0,10-59 0,0 127 0,17 135 0,6 180 0,-34-340 0,1 21 0,-3 48 0,1-69 0,1 0 0,-1 1 0,0-1 0,0 0 0,-1 0 0,1 1 0,-1-1 0,-1 0 0,1-1 0,0 1 0,-1 0 0,0-1 0,0 1 0,-1-1 0,-5 6 0,6-9 0,1 1 0,-1-1 0,0 0 0,0 0 0,0 0 0,1-1 0,-1 1 0,0-1 0,0 1 0,0-1 0,0 0 0,0 0 0,0-1 0,0 1 0,0 0 0,0-1 0,0 0 0,0 0 0,0 0 0,0 0 0,1 0 0,-1 0 0,0-1 0,1 1 0,-1-1 0,1 0 0,0 0 0,-3-2 0,-7-6 0,-1-1 0,2 0 0,0 0 0,-11-15 0,-1-6 0,2-1 0,1-1 0,1-2 0,3 1 0,0-2 0,-13-50 0,1-18 0,-16-114 0,14 25 0,46 371 0,19 451 0,-41-577 0,-3-33 0,9-18 0,-1 0 0,1 0 0,-1 1 0,0-1 0,1 0 0,-1 0 0,1 0 0,-1 0 0,1 0 0,-1 0 0,1 0 0,-1 0 0,1 0 0,-1 0 0,1 0 0,-1 0 0,1-1 0,-1 1 0,1 0 0,-1 0 0,1 0 0,-1-1 0,1 1 0,-1 0 0,1-1 0,-1 1 0,1 0 0,0-1 0,-1 1 0,1-1 0,0 1 0,-1-1 0,1 0 0,-6-7 0,0 0 0,1-1 0,0 1 0,1-1 0,0-1 0,0 1 0,1 0 0,-3-14 0,0 4 0,-169-750 0,174 765 0,-32-194 0,-30-133 0,54 303 0,9 28 0,0 0 0,0 0 0,-1 0 0,1 0 0,0 0 0,0 0 0,0 0 0,0 0 0,-1 0 0,1 0 0,0 0 0,0 0 0,0 0 0,0 0 0,-1 0 0,1 0 0,0 0 0,0 0 0,0 0 0,0 0 0,0 1 0,-1-1 0,1 0 0,0 0 0,0 0 0,0 0 0,0 0 0,0 0 0,0 0 0,-1 1 0,1-1 0,0 0 0,0 0 0,0 0 0,0 0 0,0 0 0,0 1 0,0-1 0,0 0 0,0 0 0,0 0 0,0 0 0,0 0 0,0 1 0,0-1 0,0 0 0,0 0 0,0 0 0,0 0 0,0 1 0,0-1 0,0 0 0,0 0 0,0 0 0,0 0 0,0 0 0,0 1 0,0-1 0,0 0 0,0 0 0,1 0 0,-1 0 0,1 52 0,26 219 0,5 94 0,-27-69 0,-6-333 0,9-889 0,-7 889 0,-1 26 0,-1 0 0,2 0 0,-1 0 0,2 0 0,-1 0 0,1 1 0,1-1 0,0 0 0,1 1 0,6-15 0,-10 25 0,1-1 0,-1 1 0,0 0 0,0-1 0,1 1 0,-1-1 0,0 1 0,1 0 0,-1-1 0,1 1 0,-1 0 0,1 0 0,-1-1 0,0 1 0,1 0 0,-1 0 0,1-1 0,-1 1 0,1 0 0,-1 0 0,1 0 0,-1 0 0,1 0 0,-1 0 0,1 0 0,-1 0 0,1 0 0,0 0 0,-1 0 0,1 0 0,-1 0 0,1 0 0,-1 1 0,0-1 0,1 0 0,-1 0 0,1 1 0,-1-1 0,1 0 0,-1 0 0,1 1 0,-1 0 0,16 19 0,3 13 0,-3 0 0,0 1 0,-3 1 0,11 36 0,29 150 0,-41-167 0,6 32 0,24 94 0,-63-327 0,-60-699 0,81 846 0,0 0 0,1 0 0,-1 0 0,0 0 0,0 0 0,0 0 0,0 0 0,0 0 0,0 0 0,0 0 0,1 0 0,-1 0 0,0 0 0,0 0 0,0 0 0,0 0 0,0 0 0,0 0 0,0 0 0,1 0 0,-1 0 0,0 0 0,0 0 0,0 0 0,0 0 0,0 0 0,0 0 0,0 0 0,0 0 0,1-1 0,-1 1 0,0 0 0,0 0 0,0 0 0,0 0 0,0 0 0,0 0 0,0 0 0,0 0 0,0-1 0,0 1 0,0 0 0,10 23 0,11 40 0,12 65 0,25 78 0,-52-193 0,-4-14 0,-5-23 0,-115-410 0,24 109 0,47 122 0,36 172 0,7 43 0,4 48 0,0-58 0,27 363 0,-25-350 0,-1-11 0,0 0 0,0 0 0,-1 0 0,1 1 0,-1-1 0,0 0 0,0 0 0,-1 0 0,1 0 0,-1 0 0,0 0 0,0 0 0,0 0 0,-3 7 0,4-11 0,0 0 0,0 0 0,-1 0 0,1 0 0,0 1 0,0-1 0,0 0 0,-1 0 0,1 0 0,0 0 0,0 0 0,-1 0 0,1 0 0,0 0 0,0 0 0,-1 0 0,1 0 0,0 0 0,0 0 0,-1 0 0,1 0 0,0 0 0,0 0 0,-1 0 0,1 0 0,0 0 0,0 0 0,-1 0 0,1 0 0,0-1 0,0 1 0,0 0 0,-1 0 0,1 0 0,0 0 0,0-1 0,0 1 0,0 0 0,-1 0 0,1 0 0,0-1 0,0 1 0,-9-17 0,-1-17 0,1-4 0,1 0 0,1 0 0,3 0 0,0-39 0,4 72 0,0 0 0,1 0 0,0 0 0,0 0 0,0 1 0,0-1 0,1 0 0,0 1 0,0-1 0,0 1 0,1-1 0,-1 1 0,1 0 0,0 0 0,0 0 0,1 1 0,-1-1 0,1 1 0,0 0 0,-1 0 0,1 0 0,1 0 0,-1 1 0,0-1 0,1 1 0,-1 0 0,1 0 0,5-1 0,3 0 0,0 1 0,-1 0 0,1 0 0,0 1 0,0 1 0,0 0 0,0 1 0,0 0 0,22 6 0,131 38 0,40 9 0,17 5 0,58 11 0,279-14 0,0-44 0,-208-22 0,-108 1 0,-88 6 0,709-40 0,-505-2 0,112-12 0,3 33 0,-331 25 0,962-30 0,-545-7 0,-415 35 0,271 34 0,-153 6 0,365 6 0,-305-48 0,265 4 0,-303 26 0,-116-9 0,-123-12 0,-1 1 0,1 2 0,-1 2 0,54 22 0,-99-33 0,1 0 0,0 1 0,0 0 0,-1-1 0,1 1 0,-1 0 0,1 0 0,-1 0 0,1 0 0,-1 0 0,1 1 0,-1-1 0,0 0 0,2 2 0,-3-3 0,0 1 0,0-1 0,0 1 0,-1-1 0,1 1 0,0-1 0,0 1 0,0-1 0,0 0 0,0 1 0,0-1 0,-1 1 0,1-1 0,0 0 0,0 1 0,-1-1 0,1 1 0,0-1 0,0 0 0,-1 1 0,1-1 0,0 0 0,-1 0 0,1 1 0,-1-1 0,1 0 0,0 0 0,-1 0 0,1 1 0,-1-1 0,1 0 0,0 0 0,-1 0 0,-56 12 0,-413 3 0,330-17 0,-268 11 0,-424 65 0,651-50 0,-367 41 0,-657 71-4,606-60-661,-704 50 498,-1-75 200,625-67-66,5 0 200,570 17 437,-106-2-539,206 1-65,0-1 0,0 1 0,0-1 0,1 0 0,-1-1 0,0 1 0,1-1 0,-1 1 0,1-1 0,-1 0 0,1 0 0,0-1 0,0 1 0,0-1 0,0 1 0,-3-4 0,-3-6 0,0 0 0,0-1 0,-6-13 0,8 13 0,0 1 0,-1 1 0,-14-17 0,3 12 0,-1 0 0,-1 2 0,0 0 0,-1 2 0,-46-20 0,16 7 0,22 13 0,1 1 0,-2 1 0,1 2 0,-38-6 0,37 9 0,2-2 0,-1-1 0,1-1 0,-44-20 0,72 28 0,0 1 0,0-1 0,-1 0 0,1 0 0,0 1 0,0-1 0,0 1 0,-1-1 0,1 1 0,0 0 0,-1 0 0,1-1 0,0 1 0,-1 0 0,1 0 0,-1 0 0,1 0 0,0 1 0,-1-1 0,1 0 0,0 0 0,-1 1 0,1-1 0,0 1 0,0-1 0,-1 1 0,1 0 0,0-1 0,0 1 0,0 0 0,0 0 0,0 0 0,0 0 0,0 0 0,0 0 0,0 0 0,0 0 0,1 0 0,-1 0 0,0 0 0,1 1 0,-1-1 0,1 0 0,-1 1 0,1-1 0,0 0 0,0 1 0,-1 1 0,-1 12 0,0-1 0,1 1 0,1 28 0,0-20 0,3 813 0,-6-810 0,0-1 0,-2 1 0,-1-1 0,-1 0 0,-1 0 0,-1-1 0,-22 43 0,8-18 0,6-13 0,-2-1 0,-2 0 0,-1-2 0,-43 52 0,-124 112 0,51-56 0,133-136 0,-26 29 0,-29 41 0,52-64 0,1 0 0,0 1 0,1 0 0,1 0 0,-1 1 0,2-1 0,0 1 0,-3 17 0,8-41 0,2-10 0,0 0 0,13-40 0,2 19 0,2 0 0,1 2 0,3 0 0,33-44 0,129-140 0,-40 51 0,-104 119 0,-2-1 0,-2-1 0,-3-3 0,38-84 0,-54 94 0,3 0 0,2 2 0,39-59 0,-50 89 0,1 0 0,0 0 0,1 1 0,1 1 0,0 1 0,1 0 0,0 1 0,1 1 0,1 0 0,37-16 0,11 4 0,1 3 0,1 3 0,92-11 0,73-19 0,-166 30 0,0-4 0,100-47 0,-166 68 0,-1 0 0,0 0 0,1 0 0,-1 0 0,1 0 0,-1 1 0,1-1 0,0 0 0,-1 1 0,1-1 0,-1 1 0,1 0 0,0-1 0,0 1 0,2 0 0,-28 28 0,-185 168 0,-174 177 0,302-286 0,5 3 0,-97 149 0,131-171 0,27-41 0,34-53 0,-17 22 0,132-205 0,196-234 0,-181 280 0,7 6 0,258-200 0,-392 340 0,-1-1 0,1 1 0,1 1 0,1 1 0,44-20 0,-67 34 0,0 0 0,1 1 0,-1-1 0,1 0 0,-1 1 0,1-1 0,-1 1 0,1 0 0,-1 0 0,1-1 0,-1 1 0,1 0 0,-1 0 0,1 1 0,-1-1 0,1 0 0,-1 0 0,1 1 0,-1-1 0,1 1 0,-1-1 0,0 1 0,2 0 0,-2 1 0,0-1 0,-1 1 0,1-1 0,0 1 0,-1-1 0,0 1 0,1-1 0,-1 1 0,0 0 0,0-1 0,0 1 0,0 0 0,0-1 0,0 1 0,0-1 0,0 1 0,-1 0 0,1-1 0,-1 1 0,-1 2 0,-4 15 0,-2 0 0,0-1 0,-1 0 0,0-1 0,-18 24 0,-71 80 0,69-88 0,-91 101 0,-188 161 0,-161 90 0,403-333 0,41-32 0,1-2 0,-33 34 0,92-69 0,-23 9 0,17-10 0,-1-1 0,0-1 0,-2-2 0,31-31 0,-55 50 0,1 0 0,-1 1 0,0-1 0,-1 0 0,1 0 0,-1 0 0,1 0 0,-1-1 0,0 1 0,0 0 0,0-1 0,0 1 0,-1 0 0,1-1 0,-1 1 0,0-1 0,0 1 0,0 0 0,-1-1 0,1 1 0,-1-1 0,0 1 0,0 0 0,0 0 0,0-1 0,-3-4 0,-4-5 0,-1-1 0,0 1 0,-1 1 0,-20-20 0,-18-27 0,40 43 0,-1 1 0,8 15 0,1 0 0,-1 0 0,1 0 0,-1 1 0,1-1 0,-1 0 0,1 0 0,-1 1 0,1-1 0,-1 0 0,1 1 0,-1-1 0,1 1 0,-1-1 0,1 0 0,0 1 0,-1-1 0,1 1 0,0-1 0,-1 1 0,1-1 0,0 1 0,0 0 0,-1-1 0,1 1 0,0-1 0,0 1 0,0-1 0,0 1 0,0 1 0,-12 21 0,0 0 0,-2 0 0,-1-1 0,0-1 0,-2-1 0,0 0 0,-1-1 0,-1-1 0,-1 0 0,-1-2 0,-24 15 0,44-29 0,-1-1 0,1 0 0,-1 1 0,0-1 0,1 0 0,-1 0 0,0 0 0,0 0 0,0-1 0,0 1 0,1 0 0,-1-1 0,0 0 0,0 1 0,0-1 0,0 0 0,-1 0 0,1 0 0,0 0 0,0 0 0,0 0 0,0-1 0,0 1 0,0-1 0,-3-1 0,3 0 0,0 0 0,1 0 0,-1 0 0,0 0 0,1 0 0,-1-1 0,1 1 0,0-1 0,0 1 0,0-1 0,0 1 0,0-1 0,0 0 0,1 1 0,-1-1 0,1-3 0,-1-15 0,0 0 0,1 0 0,6-34 0,-4 41 0,0 0 0,1 0 0,1 0 0,0 0 0,1 1 0,0-1 0,1 1 0,10-15 0,-11 20 0,1 0 0,0 0 0,1 1 0,0 0 0,0 0 0,0 1 0,1 0 0,0 0 0,0 1 0,1 0 0,-1 0 0,1 1 0,11-4 0,7-1 0,1 2 0,0 2 0,0 0 0,1 2 0,-1 0 0,1 3 0,-1 0 0,46 7 0,23 8 0,105 32 0,-200-47 0,695 233 0,-20 59 0,-543-219 0,-129-71 0,-1 0 0,0-1 0,1 0 0,-1 0 0,1 0 0,-1-1 0,1 1 0,-1-1 0,1 0 0,-1 0 0,1-1 0,-1 0 0,1 1 0,-1-1 0,1-1 0,-1 1 0,0-1 0,6-2 0,10-6 0,-1 0 0,27-20 0,-37 25 0,42-33 0,-2-1 0,-1-3 0,65-73 0,107-159 0,-165 192 0,-39 56 0,1 1 0,1 0 0,30-31 0,-46 54 0,-1 1 0,1 0 0,0 0 0,-1-1 0,1 1 0,0 0 0,0 0 0,0 1 0,0-1 0,0 0 0,0 1 0,0-1 0,0 1 0,0-1 0,0 1 0,0 0 0,0 0 0,0 0 0,0 0 0,1 1 0,-1-1 0,0 0 0,0 1 0,0-1 0,0 1 0,0 0 0,0 0 0,-1 0 0,1 0 0,0 0 0,0 0 0,-1 0 0,1 1 0,0-1 0,-1 0 0,1 1 0,1 3 0,9 7 0,-1 2 0,-1-1 0,16 27 0,-13-18 0,-2-6 0,7 7 0,-2 0 0,-1 1 0,-1 1 0,-1 1 0,-1 0 0,9 29 0,-21-52 0,1-1 0,0 1 0,-1 0 0,0 0 0,1-1 0,-1 1 0,0 0 0,-1-1 0,1 1 0,0 0 0,-1 0 0,0-1 0,1 1 0,-1 0 0,0-1 0,0 1 0,0-1 0,-1 0 0,1 1 0,-1-1 0,1 0 0,-1 0 0,0 1 0,0-1 0,0-1 0,0 1 0,-3 2 0,-3 1 0,-1 0 0,0 0 0,-1-1 0,1 0 0,-1-1 0,-16 4 0,-49 9 0,0-3 0,-114 4 0,-160-13 0,314-4 0,-23-2 0,261-1 0,970-75 0,-766 44 0,-249 25 0,-147 9 0,-1 0 0,0 0 0,0 1 0,15 3 0,-25-4 0,1 0 0,-1 1 0,0-1 0,1 0 0,-1 0 0,1 0 0,-1 0 0,0 0 0,1 1 0,-1-1 0,1 0 0,-1 0 0,0 0 0,1 1 0,-1-1 0,0 0 0,0 1 0,1-1 0,-1 0 0,0 1 0,0-1 0,1 0 0,-1 1 0,0-1 0,0 0 0,0 1 0,1-1 0,-1 1 0,0-1 0,0 1 0,0-1 0,0 0 0,0 1 0,0-1 0,0 1 0,0-1 0,0 0 0,0 2 0,-2 0 0,0 0 0,1 0 0,-1 0 0,0 0 0,0 0 0,0 0 0,-1 0 0,1-1 0,0 1 0,-1-1 0,-2 2 0,-57 28 0,-121 41 0,102-42 0,68-25 0,-1469 570 0,1426-553 0,38-17 0,1 2 0,0 0 0,0 0 0,1 2 0,0 0 0,-18 14 0,34-23 0,0 0 0,0 0 0,-1 0 0,1 0 0,0 0 0,0 0 0,0 0 0,0 0 0,0 0 0,0 1 0,-1-1 0,1 0 0,0 0 0,0 0 0,0 0 0,0 0 0,0 0 0,0 0 0,0 1 0,0-1 0,0 0 0,0 0 0,-1 0 0,1 0 0,0 0 0,0 1 0,0-1 0,0 0 0,0 0 0,0 0 0,0 0 0,0 0 0,0 1 0,0-1 0,0 0 0,0 0 0,0 0 0,1 0 0,-1 1 0,0-1 0,0 0 0,0 0 0,0 0 0,0 0 0,0 0 0,0 0 0,0 1 0,0-1 0,0 0 0,1 0 0,-1 0 0,0 0 0,0 0 0,0 0 0,0 0 0,0 0 0,1 0 0,17 1 0,21-7 0,0-1 0,62-21 0,-47 12 0,1592-331-1966,-1467 322 983,-112 20 340,-66 5 637,-1 0 0,0 0 0,1 0-1,-1 0 1,0 0 0,1 0 0,-1 0 0,0 0 0,1 0 0,-1 0 0,0 0-1,1 0 1,-1 0 0,0 0 0,1 0 0,-1 0 0,0 0 0,1 0-1,-1 0 1,0 0 0,1 1 0,-1-1 0,0 0 0,0 0 0,1 0 0,-1 1-1,0-1 1,0 0 0,1 0 0,-1 1 0,0-1 0,0 0 0,0 0-1,1 1 1,-1-1 0,0 0 0,0 1 0,0-1 0,-24 15-123,-57 13 127,-153 35-1,-734 134 334,-8-33 2149,858-145-2286,-226 30-94,335-50-100,20-5 0,36-10 0,481-102-64,-20 6 845,-502 111-760,0-1 0,0 1 0,0-1-1,-1-1 1,1 1 0,5-4 0,-11 5-21,0 1 0,1 0 0,-1 0 0,0 0 0,0 0 0,0 0 0,0-1-1,0 1 1,0 0 0,0 0 0,0 0 0,0-1 0,0 1 0,0 0 0,0 0 0,0 0 0,0 0-1,0-1 1,0 1 0,0 0 0,0 0 0,0 0 0,0-1 0,0 1 0,0 0 0,0 0 0,0 0-1,0 0 1,0-1 0,0 1 0,-1 0 0,1 0 0,0 0 0,0 0 0,0 0 0,0-1 0,0 1-1,0 0 1,-1 0 0,1 0 0,0 0 0,0 0 0,0 0 0,0 0 0,-1 0 0,1 0 0,0-1-1,0 1 1,0 0 0,-1 0 0,1 0 0,0 0 0,0 0 0,-30-5 2,-70 0-2,-194 17 0,202-6 0,-527 59 0,583-56 0,32-5 0,25-2 0,212-8 0,-179 3 0,227-15 0,2006-146-3527,-2212 158 3527,-20 1 0,82 3 0,-119 6 0,-17-3 0,-1-1 0,0 0 0,0 0 0,0 0 0,0 0 0,0 1 0,0-1 0,0 0 0,1 0 0,-1 0 0,0 0 0,0 1 0,0-1 0,0 0 0,0 0 0,0 0 0,0 1 0,0-1 0,0 0 0,0 0 0,0 0 0,0 1 0,0-1 0,0 0 0,0 0 0,0 0 0,-1 1 0,1-1 0,0 0 0,0 0 0,0 0 0,0 1 0,0-1 0,0 0 0,0 0 0,-1 0 0,1 0 0,0 0 0,0 1 0,0-1 0,0 0 0,-1 0 0,1 0 0,0 0 0,0 0 0,0 0 0,-1 0 0,-17 11 0,0-1 0,0 0 0,-1-2 0,-1 0 0,-37 9 0,0 1 0,-848 246-553,-7-49-946,769-183 1536,25-3 586,91-17-508,27-12-114,1 1 0,-1-1 0,0 1 1,1-1-1,-1 1 0,1-1 0,0 1 0,-1-1 0,1 0 0,-1 1 1,1-1-1,0 0 0,-1 1 0,1-1 0,0 0 0,-1 0 0,1 0 1,0 0-1,-1 1 0,1-1 0,0 0 0,-1 0 0,1 0 1,1-1-1,92 5-30,169-12 29,151-16-164,101-17-573,2811-403 1680,-2924 368-650,-359 67-233,-71 14-62,-272 52 1473,-2-13-1,-420 6 0,224-51-1470,481 1 0,0 0 0,0 2 0,0 0 0,-22 5 0,23 2 0,16-9 0,0 1 0,0-1 0,1 1 0,-1-1 0,0 1 0,1 0 0,-1-1 0,0 0 0,1 1 0,-1-1 0,1 1 0,-1-1 0,1 1 0,-1-1 0,1 0 0,-1 1 0,1-1 0,0 0 0,-1 0 0,1 0 0,-1 1 0,1-1 0,-1 0 0,1 0 0,0 0 0,-1 0 0,1 0 0,0 0 0,-1 0 0,1 0 0,0 0 0,27 4 0,0 0 0,57-1 0,-31-3 0,1502-41-851,-1-98 474,-1419 125 377,-132 13 0,0 0 0,1 1 0,-1-1 0,0 1 0,1 0 0,-1 0 0,0 0 0,1 1 0,4 1 0,-57 16 0,-1526 450 0,1323-396 0,-97 29 0,342-99 23,-1-1 0,1 1-1,0 1 1,0-1 0,0 1-1,-10 7 1,16-10-15,0 0 0,0 0-1,0 1 1,1-1 0,-1 0 0,0 1-1,0-1 1,0 0 0,1 0-1,-1 1 1,0-1 0,0 0 0,0 0-1,1 1 1,-1-1 0,0 0 0,0 0-1,1 0 1,-1 0 0,0 0-1,1 1 1,-1-1 0,0 0 0,1 0-1,-1 0 1,0 0 0,0 0 0,1 0-1,-1 0 1,0 0 0,1 0-1,-1 0 1,0 0 0,1 0 0,-1 0-1,0 0 1,1-1 0,39 2 399,234-24-46,-157 10-354,241-21-171,788-87-2047,200-20-1287,-1259 131 3054,-46 5 306,0 1 0,51 3 0,-81 4 138,-21 4 0,-35 12 4,-58 14 0,48-16 151,-591 175 2374,368-110-1289,132-36-257,136-43-821,1 0 0,0 1 0,1 0 0,-12 7 0,20-11-155,0 0 0,-1 0 1,1 1-1,0-1 0,0 0 1,0 0-1,0 0 0,-1 0 1,1 0-1,0 0 0,0 1 1,0-1-1,0 0 0,0 0 1,0 0-1,-1 0 0,1 1 1,0-1-1,0 0 0,0 0 1,0 0-1,0 1 1,0-1-1,0 0 0,0 0 1,0 0-1,0 1 0,0-1 1,0 0-1,0 0 0,0 0 1,0 1-1,0-1 0,0 0 1,0 0-1,0 0 0,1 1 1,-1-1-1,0 0 0,0 0 1,0 0-1,0 0 0,0 1 1,0-1-1,1 0 0,-1 0 1,0 0-1,0 0 0,0 0 1,0 0-1,1 1 0,-1-1 1,0 0-1,0 0 0,0 0 1,0 0-1,1 0 0,-1 0 1,0 0-1,36 4 420,141-12-362,182-32 1,-188 18-58,96-10-8,-227 24 0,-29 5 0,-14 0 0,-396 0 0,226 7 0,143-4 0,-123-3 0,118-5 0,29-1 0,19-6 0,8 4 0,0 1 0,0 0 0,1 2 0,0 0 0,25-4 0,-1-2 0,3 0 0,342-110 0,-271 81 0,136-71 0,-245 108 0,41-23 0,-51 28 0,1 0 0,-1 0 0,1 0 0,-1 0 0,0 0 0,0-1 0,1 1 0,-1 0 0,0-1 0,0 1 0,0 0 0,0-1 0,-1 1 0,1-1 0,0 0 0,-1 1 0,1-1 0,-1 1 0,1-1 0,-1 0 0,0 0 0,1 1 0,-1-1 0,0 0 0,-1-3 0,0 3 0,0 0 0,0 0 0,-1 0 0,1 0 0,0 1 0,-1-1 0,0 0 0,1 1 0,-1-1 0,0 1 0,0-1 0,0 1 0,0 0 0,0 0 0,0 0 0,0 0 0,0 0 0,-4-1 0,-18-6 0,-1 0 0,-1 2 0,0 0 0,-36-2 0,-114 0 0,105 6 0,-411-1 0,128 2 0,322 0 0,-48-6 0,59-2 0,21 9 0,0 0 0,0-1 0,0 1 0,0 0 0,0-1 0,0 1 0,0-1 0,0 1 0,0 0 0,0-1 0,0 1 0,0 0 0,0-1 0,0 1 0,0-1 0,1 1 0,-1 0 0,0-1 0,0 1 0,0 0 0,0-1 0,1 1 0,-1 0 0,0-1 0,0 1 0,1 0 0,-1 0 0,0-1 0,1 1 0,-1 0 0,0 0 0,1-1 0,-1 1 0,0 0 0,1 0 0,-1 0 0,1 0 0,17-9 0,0 2 0,1 0 0,28-5 0,188-47 0,735-155-991,-208 48 815,-597 126 176,-102 18 0,-63 22 0,1 0 0,-1 0 0,0 0 0,0 0 0,1 0 0,-1 0 0,0 0 0,0 0 0,1 0 0,-1 0 0,0 0 0,0 0 0,1-1 0,-1 1 0,0 0 0,0 0 0,0 0 0,1 0 0,-1 0 0,0-1 0,0 1 0,0 0 0,0 0 0,1 0 0,-1-1 0,0 1 0,0 0 0,0 0 0,0-1 0,0 1 0,0 0 0,0 0 0,0-1 0,0 1 0,0 0 0,0 0 0,0-1 0,0 1 0,0 0 0,0 0 0,0-1 0,0 1 0,0 0 0,0 0 0,0 0 0,0-1 0,0 1 0,0 0 0,0 0 0,-1-1 0,1 1 0,0 0 0,-33-6 0,-50 6 0,-145 19 0,161-12 0,-270 34 0,-2267 345-1530,2206-323 2364,387-63-617,28-6-178,57-15-55,139-37 16,97-24 0,522-132-948,437-118-1228,-1019 260 2305,-222 63 110,-1 0 0,41-21 0,-67 30-231,0 0 0,-1 0 1,1-1-1,-1 1 0,1 0 1,-1 0-1,1-1 0,-1 1 1,1 0-1,-1-1 0,1 1 1,-1-1-1,0 1 0,1-1 0,-1 1 1,0 0-1,1-1 0,-1 1 1,0-1-1,1 0 0,-1 1 1,0-1-1,0 1 0,0-1 1,1 1-1,-1-1 0,0 1 1,0-1-1,0 0 0,0 1 0,0-1 1,-1 0 0,0 0 0,-1 0 0,1 0 0,0 1 0,0-1-1,0 0 1,-1 1 0,1-1 0,0 1 0,-1 0 0,1-1 0,0 1 0,-1 0 0,1 0 0,-3 0 0,-31-1 11,0 1 1,-36 6-1,-205 28-20,-117 27-164,-438 77-1291,-922 141 690,1635-264 1715,106-17-544,33-6-123,338-81-143,-268 69-149,346-77-155,263-51-956,832-184-674,-1348 287 2098,-116 23-260,-68 22-44,0 0 0,0 0 0,0 0 0,0 0 0,-1 0 0,1-1 0,0 1-1,0 0 1,0 0 0,0 0 0,0 0 0,0 0 0,0 0 0,0-1 0,0 1 0,-1 0 0,1 0 0,0 0 0,0 0 0,0-1-1,0 1 1,0 0 0,0 0 0,0 0 0,0 0 0,0 0 0,0-1 0,0 1 0,0 0 0,0 0 0,1 0 0,-1 0 0,0-1 0,0 1-1,0 0 1,0 0 0,0 0 0,0 0 0,0 0 0,0 0 0,0-1 0,0 1 0,1 0 0,-1 0 0,0 0 0,0 0 0,0 0 0,0 0-1,0 0 1,0 0 0,1 0 0,-1 0 0,0-1 0,0 1 0,0 0 0,0 0 0,1 0 0,-1 0 0,0 0 0,0 0 0,-39 0-5,-518 74 4,352-41 166,84-13 179,-1369 188 50,1249-190-410,233-17 16,-1-1 0,0 1 0,1-2 0,-1 1 0,1-1 0,-1-1 0,1 1 0,-1-1 0,-9-4 0,18 5 0,-1 1 0,1-1 0,0 1 0,0-1 0,0 1 0,-1-1 0,1 0 0,0 1 0,0-1 0,0 1 0,0-1 0,0 1 0,0-1 0,0 1 0,0-1 0,0 1 0,0-1 0,1 1 0,-1-1 0,0 1 0,0-1 0,0 1 0,1-1 0,-1 1 0,0-1 0,1 1 0,-1-1 0,0 1 0,1-1 0,-1 1 0,0 0 0,1-1 0,-1 1 0,1 0 0,-1-1 0,1 1 0,-1 0 0,1 0 0,-1-1 0,1 1 0,-1 0 0,2 0 0,61-30 0,203-52 0,171-26-164,569-115-1078,646-160 1097,-1402 312 700,-232 65-502,0-1 0,-1 0 0,26-14-1,-43 21-47,1 0 0,-1-1 0,1 1 0,-1 0 0,1 0 0,-1 0 0,0 0 0,1-1 0,-1 1 0,0 0 0,1 0 0,-1-1 0,0 1 0,1 0 0,-1-1 0,0 1 0,1 0 0,-1-1 0,0 1 0,0 0 0,0-1 0,1 1 0,-1 0 0,0-1 0,0 1 0,0-1 0,0 1 0,0-1 0,0 1 0,0 0 0,0-1 0,0 1 0,0-1 0,0 1 0,0-1 0,0 1 0,0 0 0,0-1 0,0 1 0,0-1 0,0 1 0,-1-1 0,1 1 0,0 0 0,0-1 0,0 1 0,-1 0 0,1-1 0,0 1 0,-1 0 0,1-1 0,0 1 0,-1-1 0,-6-1 75,1 0 0,-1 0 0,0 1 0,0 0 1,0 0-1,0 0 0,-8 1 0,-256 13 903,-208 37-327,-197 38-1312,-147 26-327,-2459 361-2949,2797-403 2949,347-51 603,39-5-386,-119 5 0,206-24 402,40-6 123,148-28 131,149-22 110,119-17 0,2091-384 1344,-2298 410-485,-217 45-613,0 1-1,0-2 1,23-10 0,-43 16-239,0 0 0,0 0 1,1 0-1,-1 0 0,0 0 1,0-1-1,0 1 0,1 0 1,-1 0-1,0 0 0,0 0 1,0 0-1,0 0 0,1 0 1,-1 0-1,0-1 0,0 1 1,0 0-1,0 0 0,0 0 1,1 0-1,-1-1 0,0 1 1,0 0-1,0 0 0,0 0 1,0 0-1,0-1 1,0 1-1,0 0 0,0 0 1,0 0-1,0-1 0,0 1 1,0 0-1,0 0 0,0-1 1,0 1-1,0 0 0,0 0 1,0 0-1,0-1 0,0 1 1,0 0-1,0 0 0,0 0 1,0 0-1,-1-1 0,1 1 1,0 0-1,0 0 0,0 0 1,0 0-1,0 0 0,-1-1 1,1 1-1,0 0 0,0 0 1,0 0-1,0 0 0,-1 0 1,1 0-1,0 0 0,0 0 1,0 0-1,-1-1 0,-32-4 485,-71 2-97,0 5 1,-113 16 0,120-8-252,-377 41 712,-125 24 127,-1133 165 300,-56 7-441,1749-241-842,-73 1 0,106-11 0,14-3 0,47-18 0,217-69 0,233-55-164,193-48-655,330-89-368,1162-330-1558,-1698 470 1762,-180 46 0,-286 92 806,0-1 0,-1-2 0,36-20 0,-60 31 179,-1 0 0,1 0 0,-1 0 0,1 0 0,-1-1 0,1 1 0,-1 0-1,1 0 1,-1-1 0,0 1 0,1 0 0,-1-1 0,0 1 0,1-1 0,-1 1 0,0 0 0,1-1 0,-1 1 0,0-1 0,0 1 0,1-1 0,-1 1 0,0-1 0,0 1 0,0-1-1,0 1 1,0-1 0,0 1 0,0-1 0,0 1 0,0-1 0,0 1 0,0-1 0,0 1 0,0-1 0,0 1 0,0-1 0,0 1 0,-1 0 0,1-2 0,-3 1 15,1 0-1,0 0 1,-1-1 0,0 2 0,1-1 0,-1 0 0,1 0 0,-1 1 0,0 0 0,0-1-1,-2 1 1,-43 0 21,0 1-1,-62 11 0,-310 59-37,-206 55-164,-199 51-655,-130 38-164,-52 16 104,61-13 475,144-33 344,195-43 60,464-108 0,-262 68 0,555-135 507,-1 2-31,268-63 507,140-35-150,572-128-661,198-46 1764,-1200 270-1487,-116 28-387,-36 7-53,-380 79-9,333-64 0,-426 104-164,-152 46-606,-1067 265 1037,-471 124 837,2054-521-285,450-123 354,115-31-1298,1729-461-1334,-1855 492 1623,-258 74 245,51-25 1,-97 39-397,-1 0 0,1 0-1,-1 0 1,1 0 0,-1 0 0,0 0 0,1 0 0,-1 0 0,1 0 0,-1 0 0,0 0 0,1-1 0,-1 1 0,1 0 0,-1 0 0,0-1 0,1 1-1,-1 0 1,0 0 0,1-1 0,-1 1 0,0 0 0,1-1 0,-1 1 0,0-1 0,0 1 0,0 0 0,1-1 0,-1 1 0,0-1 0,0 1 0,0 0-1,0-1 1,0 1 0,0-1 0,0 1 0,0-1 0,-25 0 479,-256 56 1072,167-29-1162,-238 53 550,-704 183-1113,-34 9-460,863-222 784,199-43 111,0-2-1,-43 2 0,70-6-244,-1 1 1,1-2 0,-1 1-1,1 0 1,-1 0 0,1 0-1,-1-1 1,1 1 0,-1-1 0,1 1-1,0-1 1,-1 1 0,1-1-1,0 0 1,-2-1 0,3 2-18,0-1 0,-1 1 0,1-1 0,0 1 0,0-1 1,0 0-1,0 1 0,0-1 0,0 1 0,0-1 0,0 0 0,0 1 1,0-1-1,0 0 0,0 1 0,0-1 0,0 1 0,0-1 0,1 1 1,-1-1-1,0 0 0,0 1 0,1-1 0,-1 1 0,0-1 0,1 1 1,-1-1-1,1 1 0,-1 0 0,1-1 0,12-11 47,0 1-1,1 0 1,0 1-1,27-14 1,465-231-13,28 25-144,-420 183 19,200-83-651,220-94-1147,-493 206 1824,40-25 0,-79 43 54,-1-1 0,1 0 0,0 0 0,0 0-1,-1 0 1,1-1 0,-1 1 0,1 0 0,-1-1-1,0 1 1,1-1 0,-1 1 0,0-1 0,0 0 0,0 1-1,0-1 1,0-2 0,-1 3-1,0 1 0,0-1 0,-1 0 1,1 0-1,-1 1 0,1-1 0,0 0 0,-1 1 0,1-1 0,-1 1 0,0-1 1,1 0-1,-1 1 0,1-1 0,-1 1 0,0 0 0,1-1 0,-1 1 0,0-1 1,1 1-1,-1 0 0,0 0 0,0-1 0,0 1 0,1 0 0,-1 0 1,-1 0-1,-15-3-1,0 1 0,0 1 0,-19 2 0,-178 17 1,-657 153-392,21 92-1,720-216 885,-133 68-1,254-110-364,1-1-1,-1 2 1,1-1-1,0 1 0,-9 8 1,17-14-110,-1 1 0,1-1 0,-1 1 0,1-1 1,-1 1-1,1-1 0,0 1 0,-1 0 0,1-1 0,0 1 0,-1 0 1,1-1-1,0 1 0,0 0 0,0-1 0,0 1 0,-1 0 1,1-1-1,0 1 0,0 0 0,0-1 0,1 1 0,-1 0 0,0-1 1,0 1-1,0 0 0,0-1 0,1 2 0,1 0 31,-1-1-1,1 1 0,0-1 1,0 1-1,-1-1 0,1 0 1,0 0-1,0 0 0,0 0 1,0 0-1,0-1 0,1 1 1,-1-1-1,2 1 0,20 4 180,0-2-1,0-1 1,32-1-1,186-13 283,1476-193-1644,-586 58 2188,-1244 174-1053,-809 226-387,481-125 259,231-71 235,-273 85 634,473-139-692,1 0 1,0 0-1,0 1 1,0 0-1,-14 9 1,22-13-50,-1 0 0,1 1 1,0-1-1,0 0 0,0 0 0,0 1 1,-1-1-1,1 0 0,0 0 0,0 1 1,0-1-1,0 0 0,0 0 0,0 1 1,0-1-1,0 0 0,0 0 1,0 1-1,0-1 0,0 0 0,0 1 1,0-1-1,0 0 0,0 0 0,0 1 1,0-1-1,0 0 0,0 0 0,0 1 1,0-1-1,0 0 0,0 0 0,1 1 1,-1-1-1,0 0 0,0 0 1,0 1-1,1-1 0,-1 0 0,0 0 1,0 0-1,0 0 0,1 1 0,-1-1 1,0 0-1,0 0 0,1 0 0,-1 0 1,0 0-1,0 0 0,1 0 0,-1 0 1,0 0-1,1 0 0,-1 0 0,1 0 1,48 5-8,156-20 7,149-28-163,118-28-657,1946-404-3676,-2264 442 4077,86-19-564,-196 41 675,11-1-345,-108 34-267,-157 51 440,-167 57 237,-124 45-419,-74 27 633,-1555 599 2215,2016-756-2161,59-25 294,0 3 1,-73 43-1,125-63-73,10-5 0,37-15 245,160-69 456,150-60-439,142-57-1139,2059-807-369,-2434 965 1264,170-69 1194,-268 103-975,-37 13-364,-59 19 24,-126 47 652,-108 38-73,-1120 343 102,-31-100-790,1454-348-34,-483 74 0,475-74 0,0 0 0,0-1 0,-1 0 0,1-1 0,-21-3 0,32 3 0,0 1 0,1 0 0,-1 0 0,0 0 0,1-1 0,-1 1 0,0 0 0,1-1 0,-1 1 0,1-1 0,-1 1 0,1 0 0,-1-1 0,1 1 0,-1-1 0,1 1 0,-1-1 0,1 0 0,0 1 0,-1-1 0,1 1 0,0-1 0,-1 0 0,1 1 0,0-1 0,0 0 0,0 1 0,0-1 0,0 0 0,-1 0 0,1 1 0,0-1 0,1 0 0,-1 1 0,0-1 0,0 0 0,0 1 0,0-1 0,0 0 0,1 1 0,-1-1 0,0 0 0,1 1 0,-1-1 0,0 1 0,1-1 0,-1 1 0,1-1 0,-1 0 0,1 1 0,-1 0 0,1-1 0,-1 1 0,1-1 0,0 1 0,0-1 0,9-8 0,0 0 0,0 0 0,1 1 0,0 0 0,1 1 0,14-7 0,90-36 0,-74 33 0,619-222 0,11 37 0,-506 157 0,-103 34 109,-63 11-105,0 0 1,-1 0-1,1 0 1,0 0-1,0 1 1,0-1-1,0 0 1,-1 0-1,1 0 1,0 0 0,0 0-1,0 0 1,0 0-1,0 0 1,0 0-1,-1 0 1,1 1-1,0-1 1,0 0-1,0 0 1,0 0-1,0 0 1,0 0-1,0 0 1,0 1-1,-1-1 1,1 0-1,0 0 1,0 0-1,0 0 1,0 1-1,0-1 1,0 0-1,0 0 1,0 0-1,0 0 1,0 0-1,0 1 1,0-1 0,0 0-1,0 0 1,0 0-1,0 0 1,1 1-1,-1-1 1,0 0-1,0 0 1,0 0-1,0 0 1,0 0-1,0 1 1,0-1-1,0 0 1,0 0-1,1 0 1,-1 0-1,0 0 1,0 0-1,0 0 1,0 0-1,0 1 1,1-1-1,-1 0 1,0 0-1,-38 20 567,-565 203 283,440-169-940,-453 146-815,-380 131 775,922-302 126,65-23 0,10-2 0,39-7 0,155-37 0,153-38-164,169-41-655,1053-215-1424,13 68-430,-1234 225 1690,-289 36 492,96 5-1,-148 0 408,0 1-1,0 0 1,0 0-1,0 1 1,0 0-1,-1 0 0,1 1 1,-1-1-1,13 8 1,-18-9 58,-1 0 1,0 1-1,0-1 1,0 0-1,0 0 1,1 0 0,-2 1-1,1-1 1,0 1-1,0-1 1,0 1-1,-1-1 1,1 1-1,0-1 1,-1 1-1,0-1 1,1 1 0,-1 2-1,0-1-15,0 0 1,-1 1-1,1-1 0,-1 0 0,0 1 1,0-1-1,0 0 0,0 0 1,0 0-1,-1 0 0,-2 5 0,-8 8 37,0 0-1,0 0 0,-1-2 0,-29 26 0,-75 52 690,105-83-606,-140 98 837,82-61 101,-126 111-1,193-155-946,0 0 1,1 1-1,-1 0 0,1-1 1,0 1-1,0 0 1,0 0-1,0 1 1,-2 3-1,4-7-59,0 1 0,0-1-1,0 1 1,0-1 0,0 0 0,0 1 0,0-1 0,0 0-1,1 1 1,-1-1 0,0 1 0,0-1 0,0 0-1,0 1 1,1-1 0,-1 0 0,0 1 0,0-1-1,1 0 1,-1 0 0,0 1 0,1-1 0,-1 0-1,0 0 1,0 1 0,1-1 0,-1 0 0,1 0 0,-1 0-1,0 0 1,1 0 0,-1 1 0,0-1 0,1 0-1,-1 0 1,1 0 0,-1 0 0,0 0 0,1 0-1,-1 0 1,1 0 0,-1 0 0,0-1 0,1 1 0,-1 0-1,17-2 180,-1-1 0,0-1 0,17-6 0,-32 10-185,193-66 978,98-43 0,602-224 655,7 30-1584,-790 274-277,-104 29 191,-8 4 15,-25 11 10,-344 145 7,313-138 0,-352 133-163,296-112-7,-1244 459-2082,-15-34-303,1350-461 2551,0 0 0,-36 5 0,55-15 34,13-5 10,54-27 58,198-82-58,187-74-204,129-50-655,2409-928-3741,-2897 1133 4133,-76 29 322,-51 17 168,-368 134 1372,254-88-1068,-334 120 416,-133 41-766,-2777 900-293,3062-1022-707,314-89 830,0-1 0,0-1 0,-1-1 0,1 0 0,-38-1 0,56-2 146,1 0 0,-1 0 0,1 0 0,-1 0 0,1 0 1,-1-1-1,1 1 0,0 0 0,-1 0 0,1 0 0,-1 0 1,1-1-1,-1 1 0,1 0 0,0 0 0,-1-1 0,1 1 1,0 0-1,-1-1 0,1 1 0,0 0 0,-1-1 0,1 1 1,0-1-1,0 1 0,0 0 0,-1-1 0,1 1 0,0-1 0,0 1 1,0-1-1,0 1 0,0-1 0,0 1 0,0-1 0,0 1 1,0-1-1,0 1 0,0 0 0,0-1 0,0 1 0,0-1 1,0 1-1,0-1 0,0 1 0,1-1 0,-1 1 0,0 0 1,1-1-1,2-4-25,0 1 1,1-1 0,0 1-1,0 0 1,0 0 0,9-6-1,44-29-17,84-44-1,227-102 50,126-41 0,1897-706 590,-2229 878 393,-130 48-501,-32 6-475,0 0-1,0 0 1,0 0 0,0 0-1,-1 0 1,1 1-1,0-1 1,0 0-1,0 0 1,0 0 0,0 0-1,0 0 1,-1 0-1,1 0 1,0 1-1,0-1 1,0 0 0,0 0-1,0 0 1,0 0-1,0 0 1,0 1 0,0-1-1,0 0 1,0 0-1,0 0 1,0 0-1,0 1 1,0-1 0,0 0-1,0 0 1,0 0-1,0 0 1,0 1-1,0-1 1,0 0 0,0 0-1,0 0 1,0 0-1,0 0 1,0 1 0,0-1-1,0 0 1,0 0-1,0 0 1,1 0-1,-1 0 1,0 1 0,0-1-1,0 0 1,0 0-1,0 0 1,0 0-1,1 0 1,-1 0 0,0 0-1,0 0 1,0 0-1,0 0 1,0 0 0,1 0-1,-1 0 1,0 0-1,0 0 1,-20 15 223,-1-2 1,-30 14-1,-167 81 680,-600 274 1390,-41 20 315,666-306-1632,175-88-738,1 2-1,0 0 1,-22 17 0,38-27-236,1 1 0,0-1 0,-1 0 1,1 0-1,0 0 0,0 1 0,-1-1 0,1 0 1,0 0-1,0 0 0,0 1 0,-1-1 1,1 0-1,0 0 0,0 1 0,0-1 1,0 0-1,0 1 0,0-1 0,-1 0 1,1 0-1,0 1 0,0-1 0,0 0 1,0 1-1,0-1 0,0 0 0,0 1 1,0-1-1,0 0 0,0 1 0,0-1 0,1 0 1,-1 1-1,0-1 0,0 0 0,0 0 1,0 1-1,0-1 0,1 0 0,-1 0 1,0 1-1,0-1 0,0 0 0,1 0 1,-1 1-1,0-1 0,0 0 0,1 0 1,30 4 329,129-25-180,118-32-159,714-127-963,7 58 663,-750 112 300,-222 10 0,0 1 0,0 1 0,41 9 0,-65-10 4,0 0-1,0 0 1,0 0-1,0 0 1,-1 0-1,1 0 1,0 1-1,-1-1 1,1 1-1,-1 0 1,0 0-1,1 0 1,2 3-1,-4-4 7,-1 0 0,1 1-1,-1-1 1,1 0 0,-1 0 0,0 0-1,1 1 1,-1-1 0,0 0-1,0 0 1,0 1 0,0-1 0,0 0-1,0 0 1,0 1 0,0-1-1,0 0 1,-1 0 0,1 1 0,-1-1-1,1 0 1,-1 2 0,-5 5 59,1-1 1,-1 1-1,0-1 1,-1 0-1,0-1 1,0 1-1,-12 7 1,-31 22 30,-69 37 1,-679 299-555,652-311 155,-585 249 1371,1050-436-1024,566-196-566,13-5 1045,-850 310-527,-104 42 0,-217 94 98,-1070 505-3084,1303-603 2828,-11 5-15,0 2-1,-55 42 1,93-56 173,13-14 0,0 0 0,0 1 0,0-1 0,1 0 0,-1 0 0,0 0 0,0 1 0,0-1 0,0 0 0,0 0 0,1 0 0,-1 0 0,0 1 0,0-1 0,0 0 0,0 0 0,1 0 0,-1 0 0,0 0 0,0 0 0,0 0 0,1 1 0,-1-1 0,0 0 0,0 0 0,1 0 0,-1 0 0,0 0 0,0 0 0,1 0 0,-1 0 0,0 0 0,0 0 0,0 0 0,1 0 0,-1 0 0,0-1 0,0 1 0,1 0 0,-1 0 0,0 0 0,0 0 0,0 0 0,1 0 0,-1 0 0,0-1 0,36-9 0,-1-1 0,0-2 0,39-21 0,-12 5 0,1418-729 983,-1430 731-631,-24 13 51,0-1 1,-1-1 0,31-25-1,-48 29 81,-16 7-48,-3 6-323,-1 0 0,0 1 0,1 0 0,-14 4 0,-802 244-270,468-133-569,-1113 300-3112,1425-406 3615,-54 5 0,99-16 218,0 1 1,1-1-1,-1 0 1,1 0 0,-1 0-1,0 0 1,1 0-1,-1-1 1,1 1-1,-1 0 1,0-1 0,1 1-1,-3-2 1,3 1 4,1 1-1,0-1 1,0 0 0,0 1-1,0-1 1,0 1 0,1-1 0,-1 1-1,0-1 1,0 0 0,0 1 0,0-1-1,1 1 1,-1-1 0,0 1 0,0-1-1,1 1 1,-1-1 0,0 1-1,1 0 1,-1-1 0,1 1 0,-1-1-1,0 1 1,1 0 0,-1-1 0,1 1-1,-1 0 1,1 0 0,-1-1 0,1 1-1,0 0 1,27-17 0,1 1 0,38-14 0,191-76 0,117-42-100,251-95-354,1094-448 408,-1450 566 210,-242 111 40,0-1-1,-2-1 1,29-22 0,-54 37-179,0 1 1,0-1 0,0 0-1,0 0 1,0-1 0,0 1-1,0 0 1,0 0 0,0 0-1,0-1 1,-1 1 0,1 0-1,0-1 1,-1 1 0,1-1-1,-1 1 1,1-3-1,-1 3-12,-1 1-1,1-1 0,-1 0 0,1 0 0,0 1 0,-1-1 0,0 1 0,1-1 0,-1 0 1,1 1-1,-1-1 0,0 1 0,1-1 0,-1 1 0,0 0 0,1-1 0,-1 1 0,0 0 0,0-1 1,1 1-1,-1 0 0,0 0 0,0-1 0,0 1 0,1 0 0,-1 0 0,-1 0 0,-21 0 20,0 1 0,1 1 0,-1 1 0,-24 6 0,-215 53-32,-130 49 0,-1441 526-1598,1546-516 1598,112-35 0,169-83-1,0 1 0,0-1 0,0 1 0,0 1-1,1-1 1,-1 1 0,1 0 0,-7 10-1,11-15 3,1 0 0,0 1-1,0-1 1,0 1 0,0-1-1,0 0 1,0 1 0,-1-1-1,1 1 1,0-1-1,0 0 1,0 1 0,1-1-1,-1 1 1,0-1 0,0 0-1,0 1 1,0-1-1,0 1 1,0-1 0,0 0-1,1 1 1,-1-1 0,0 0-1,0 1 1,1-1-1,-1 0 1,0 1 0,0-1-1,1 0 1,-1 0 0,0 1-1,1-1 1,-1 0-1,0 0 1,1 0 0,-1 1-1,0-1 1,1 0 0,-1 0-1,1 0 1,-1 0-1,0 0 1,2 0 0,3 1 20,1 0 0,0-1-1,-1 0 1,1 0 0,0 0 0,7-2 0,168-39 798,139-44 164,136-39-327,90-23-1196,771-189-247,17 44 317,-1123 255 470,-155 35 0,-55 1 0,-1 1 0,1 0 0,-1 0 0,0 0 0,1 0 0,-1 0 0,1 0 0,-1 0 0,0 0 0,1 0 0,-1 0 0,1 0 0,-1 0 0,0 0 0,1 0 0,-1 1 0,1-1 0,-1 0 0,0 0 0,1 0 0,-1 1 0,0-1 0,1 0 0,-1 0 0,0 1 0,0-1 0,1 0 0,-1 0 0,0 1 0,0-1 0,1 0 0,-1 1 0,0-1 0,0 1 0,0-1 0,1 0 0,-1 1 0,0-1 0,0 0 0,0 1 0,0-1 0,0 1 0,0-1 0,0 0 0,0 1 0,0-1 0,0 1 0,0-1 0,0 0 0,0 1 0,-1-1 0,1 1 0,0-1 0,0 0 0,0 1 0,0-1 0,-1 0 0,1 1 0,-1 0 0,-18 16 0,-1-1 0,-1-1 0,0 0 0,-31 15 0,-847 422-983,461-256 108,-111 34 490,-1736 604 493,1963-732 644,144-54-36,144-45-283,33-3-425,1 0-1,0 0 1,0 0-1,0 0 1,-1 0-1,1-1 1,0 1-1,0 0 1,0 0 0,-1 0-1,1 0 1,0 0-1,0 0 1,0-1-1,0 1 1,-1 0-1,1 0 1,0 0 0,0 0-1,0-1 1,0 1-1,0 0 1,0 0-1,0-1 1,0 1-1,0 0 1,0 0-1,-1 0 1,1-1 0,0 1-1,0 0 1,0 0-1,0 0 1,0-1-1,0 1 1,1 0-1,-1 0 1,0-1-1,0 1 1,0 0 0,0 0-1,0 0 1,0-1-1,0 1 1,0 0-1,0 0 1,1 0-1,-1 0 1,0-1 0,0 1-1,0 0 1,0 0-1,1 0 1,-1 0-1,0 0 1,0-1-1,0 1 1,0 0-1,1 0 1,-1 0 0,0 0-1,0 0 1,1 0-1,18-14 296,1 1 1,34-16-1,150-71 223,112-40-436,101-29-254,1753-611-969,-1966 717 1133,-188 58 0,0 0 0,1 2 0,26-4 0,-43 7 0,0 0 0,0 0 0,0 0 0,1 0 0,-1 0 0,0 0 0,0 0 0,0 0 0,0 0 0,1 0 0,-1 0 0,0 0 0,0 0 0,0 0 0,1 0 0,-1 0 0,0 0 0,0 1 0,0-1 0,0 0 0,1 0 0,-1 0 0,0 0 0,0 0 0,0 0 0,0 0 0,0 0 0,1 1 0,-1-1 0,0 0 0,0 0 0,0 0 0,0 0 0,0 1 0,0-1 0,0 0 0,0 0 0,0 0 0,0 0 0,0 1 0,1-1 0,-1 0 0,0 0 0,0 0 0,0 0 0,0 1 0,0-1 0,-1 0 0,1 0 0,0 0 0,0 1 0,0-1 0,0 0 0,0 0 0,0 0 0,0 0 0,0 1 0,0-1 0,0 0 0,0 0 0,-1 0 0,1 0 0,0 1 0,-21 17 0,-221 125 0,155-96 0,-1624 821-874,1414-734 874,94-38 0,124-53-10,78-39 14,11-4 20,51-18 122,177-67 673,171-69 164,133-50-328,821-299-1403,13 39 235,-1160 402 1141,-159 51-492,-57 10-135,1 1 0,-1 0 0,1 0-1,-1 0 1,1-1 0,-1 1 0,1 0 0,-1 0-1,1 0 1,-1 0 0,1 0 0,0 0 0,-1 0 0,1 0-1,-1 0 1,1 0 0,-1 0 0,1 1 0,-1-1 0,1 0-1,-1 0 1,1 0 0,-1 1 0,0-1 0,1 0-1,-1 1 1,1-1 0,-1 0 0,1 1 0,-1-1 0,0 0-1,1 1 1,-1-1 0,0 1 0,1 0 0,-6 5-2,0 0 0,0 0 0,-1-1 0,1 0 0,-1 0 0,-1 0 0,1-1 0,-10 6 0,-160 101 1,-1629 877-1654,1786-978 1724,43-20-65,21-10-18,1198-456 1979,-1137 441-983,-65 27-125,-43 14-466,-20 10-90,-217 108-188,-1280 482-114,1461-585 0,38-13 0,-1 0 0,0-2 0,0 0 0,-23 2 0,45-8 0,-1 0 0,0 0 0,0 0 0,0 0 0,0 0 0,0 0 0,0 0 0,0 0 0,0 0 0,0 0 0,0 0 0,0 0 0,0-1 0,0 1 0,0 0 0,0 0 0,0 0 0,0 0 0,0 0 0,0 0 0,0 0 0,0 0 0,0 0 0,0 0 0,0 0 0,0-1 0,0 1 0,0 0 0,0 0 0,0 0 0,0 0 0,0 0 0,0 0 0,0 0 0,0 0 0,0 0 0,0 0 0,0 0 0,0-1 0,20-8 0,704-231 0,-477 167 0,89-36 0,-284 87 0,-50 20 0,-7 2 0,-29 9 0,-925 312 0,829-269 0,95-32 0,35-20 0,0 0 0,0-1 0,0 1 0,0 0 0,1 0 0,-1 0 0,0 0 0,0 0 0,0 0 0,0 0 0,1 0 0,-1 0 0,0 0 0,0 0 0,0 1 0,0-1 0,1 0 0,-1 0 0,0 0 0,0 0 0,0 0 0,0 0 0,0 0 0,1 0 0,-1 0 0,0 0 0,0 1 0,0-1 0,0 0 0,0 0 0,0 0 0,0 0 0,1 0 0,-1 1 0,0-1 0,0 0 0,0 0 0,0 0 0,0 0 0,0 1 0,0-1 0,0 0 0,0 0 0,0 0 0,0 0 0,0 1 0,0-1 0,0 0 0,0 0 0,0 0 0,0 0 0,0 1 0,0-1 0,0 0 0,0 0 0,-1 0 0,1 0 0,0 0 0,0 1 0,0-1 0,0 0 0,0 0 0,0 0 0,78-12 0,130-43 0,586-182-412,-7-45-2125,-642 216 1554,-141 65 939,-1-1 0,0 1-1,0 0 1,0-1-1,0 0 1,0 0 0,0 0-1,-1 0 1,1 0-1,-1 0 1,1-1 0,-1 1-1,0-1 1,0 0-1,0 0 1,0 0 0,2-5-1,-4 7 39,-1 1-1,1-1 0,0 0 1,-1 0-1,1 1 1,-1-1-1,1 0 1,-1 1-1,1-1 1,-1 0-1,1 1 0,-1-1 1,0 1-1,1-1 1,-1 1-1,0-1 1,1 1-1,-1-1 0,0 1 1,0 0-1,1-1 1,-1 1-1,0 0 1,0 0-1,-1 0 1,-48-6-7,-19 8 13,-75 13 0,-225 45-164,-144 43-655,-898 236-1377,15 42-523,1392-380 2709,-431 127-1618,430-126 1681,8-2 23,22-5 128,68-19 315,187-57 464,124-34-191,126-31-734,2202-472 451,-2666 607-491,334-45 618,-395 55-624,-1 0 1,0 1 0,1 0-1,0 0 1,-1 0-1,1 0 1,-1 0-1,1 1 1,-1 0 0,0 0-1,1 0 1,5 3-1,-9-3-12,-1-1-1,0 1 1,0-1-1,0 1 1,0-1-1,0 1 1,1-1-1,-1 1 1,0-1-1,0 1 1,0-1-1,0 1 1,0-1-1,0 1 1,0-1-1,-1 1 1,1-1-1,0 1 1,0-1-1,0 0 1,0 1-1,-1-1 1,1 1-1,0-1 1,0 1-1,-1-1 1,1 0-1,0 1 1,-1-1-1,1 0 1,0 1-1,-1-1 1,-29 25-16,-39 14 346,-101 45 0,113-59-7,-548 253 2626,482-219-1966,91-37-491,31-22-468,0 1-1,1-1 0,-1 1 1,0 0-1,1-1 1,-1 1-1,1 0 1,-1-1-1,1 1 1,-1 0-1,1 0 0,-1 0 1,1-1-1,0 1 1,-1 0-1,1 0 1,0 0-1,0 0 0,0 0 1,-1 1-1,2-2 0,-1 1-1,1 0 0,-1 0 1,0-1-1,1 1 0,0 0 1,-1 0-1,1-1 0,-1 1 1,1-1-1,0 1 0,-1-1 1,1 1-1,0-1 0,0 1 1,-1-1-1,1 1 0,0-1 1,0 0-1,0 0 0,1 1 1,40 7 467,132-7 430,109-18-351,1356-177-1517,-1536 175 948,-92 12 0,-29 4 0,-36 5 0,-1 1 0,1 3 0,-83 20 0,45-8 0,-284 59 0,-1511 403-3888,1747-443 3249,103-31 529,35-8 93,7-2 15,57-25 12,1077-333-159,-49 131-658,-728 178 919,378-4 0,-580 57 707,-151 1-668,0 0-1,0 0 1,0 1-1,16 5 1,-24-7-140,-1 0 1,1 0-1,-1 0 1,0 0 0,1 0-1,-1 0 1,0 0-1,1 1 1,-1-1-1,0 0 1,1 0-1,-1 0 1,0 1-1,0-1 1,1 0-1,-1 1 1,0-1 0,0 0-1,1 0 1,-1 1-1,0-1 1,0 0-1,0 1 1,1-1-1,-1 0 1,0 1-1,0-1 1,0 1-1,0-1 1,0 0-1,0 1 1,0-1 0,0 0-1,0 1 1,0-1-1,0 1 1,0-1-1,0 0 1,0 1-1,0-1 1,0 0-1,-1 1 1,-1 1 53,0 0 0,-1 0 1,1 0-1,0 0 0,-1-1 0,0 1 0,1-1 1,-1 0-1,0 0 0,-3 2 0,-43 12 427,-56 10-1,-177 28 401,-139 16-602,-117 14-1036,-2176 255-4170,2628-331 4621,-7 3-523,-114-5 0,182-9 416,25 4 397,-1 0 1,1 0-1,0 0 1,0 0 0,0 0-1,0-1 1,0 1-1,-1 0 1,1 0-1,0 0 1,0 0 0,0 0-1,0-1 1,0 1-1,0 0 1,0 0-1,0 0 1,0 0 0,0-1-1,0 1 1,0 0-1,0 0 1,0 0-1,0-1 1,0 1-1,0 0 1,0 0 0,0 0-1,0 0 1,0-1-1,0 1 1,0 0-1,0 0 1,0 0 0,0 0-1,0-1 1,0 1-1,1 0 1,-1 0-1,0 0 1,0 0 0,0 0-1,0-1 1,0 1-1,0 0 1,1 0-1,-1 0 1,0 0-1,0 0 1,0 0 0,0 0-1,1 0 1,-1 0-1,0 0 1,0-1-1,0 1 1,0 0 0,1 0-1,-1 0 1,0 0-1,0 0 1,1 1-1,20-9-38,0 1 0,31-5 0,166-31 43,132-15 0,144-16-164,109-13-567,2514-298 2521,-2821 362-1716,-267 21-74,-1 2 0,51 4 0,-78-4 0,-1 0 0,0 0 0,1 0 0,-1 0 0,1 0 0,-1 0 0,0 0 0,1 0 0,-1 0 0,1 0 0,-1 0 0,0 0 0,1 0 0,-1 1 0,0-1 0,1 0 0,-1 0 0,1 0 0,-1 1 0,0-1 0,0 0 0,1 0 0,-1 1 0,0-1 0,1 0 0,-1 0 0,0 1 0,0-1 0,0 0 0,1 1 0,-1-1 0,0 1 0,0-1 0,0 0 0,0 1 0,0-1 0,1 0 0,-1 1 0,0-1 0,0 1 0,0-1 0,0 1 0,-23 14 0,-118 28 0,-144 28 0,-126 22 163,-302 63 979,-1690 382 1737,2327-521-2184,74-17-449,9-2 21,40-11 314,1258-264-692,28 116-2534,-1142 151 2579,-184 10 101,66-1 457,-65 3-326,-8 1 19,-35 8 249,-1008 205 260,905-190-315,117-22-305,-787 143 731,0-46 116,789-100-859,-27 4 17,0-2 1,-1-2 0,1-3 0,-48-6 0,90 7-80,0 0 0,0 1 0,0-1 0,0-1 0,1 1 0,-1 0 0,0-1 0,1 0 0,0 0 0,-1 0 0,1 0 0,-5-5 0,7 6 0,0-1 0,0 1 0,0 0 0,0-1 0,1 1 0,-1 0 0,1-1 0,-1 1 0,1-1 0,-1 1 0,1-1 0,0 1 0,0-1 0,-1 1 0,1-1 0,0 1 0,1-1 0,-1 1 0,0-1 0,0 1 0,1-1 0,0-2 0,3-4 0,0 0 0,1 0 0,0 1 0,1-1 0,0 1 0,0 0 0,0 1 0,1-1 0,11-7 0,71-53 350,2 5-1,145-73 1,-99 58-306,-105 59-39,409-244 14,-338 193-20,-2-4 1,100-95-1,-102 65 1,-90 94 0,-1-2 0,-1 1 0,0-1 0,-1 0 0,0 0 0,0 0 0,-1-1 0,4-16 0,-8 24 0,0-1 0,0 0 0,-1 0 0,1 0 0,-1 0 0,0 1 0,-1-1 0,1 0 0,-1 0 0,0 0 0,0 1 0,-1-1 0,1 0 0,-1 1 0,0-1 0,0 1 0,-4-5 0,1 1 0,-1 1 0,0 1 0,0-1 0,0 1 0,-1 0 0,0 0 0,0 1 0,-16-8 0,-2 0 0,0 1 0,-1 2 0,0 0 0,-33-6 0,-123-17 0,-360-7 0,-6 39 0,-299 32 0,-304-1 0,1135-30 0,6 1 0,0-1 0,0-1 0,0 0 0,0 0 0,1 0 0,-1-2 0,-17-5 0,27 8 0,-1 0 0,1 0 0,0 0 0,-1 0 0,1 0 0,-1 0 0,1-1 0,0 1 0,-1 0 0,1 0 0,0-1 0,-1 1 0,1 0 0,0 0 0,0-1 0,-1 1 0,1 0 0,0-1 0,0 1 0,-1 0 0,1-1 0,0 1 0,0 0 0,0-1 0,0 1 0,-1-1 0,1 1 0,0 0 0,0-1 0,0 1 0,0-1 0,0 1 0,0 0 0,0-1 0,0 1 0,0-1 0,0 1 0,0 0 0,1-1 0,-1 1 0,0 0 0,0-1 0,0 1 0,0-1 0,1 1 0,-1 0 0,0-1 0,0 1 0,1-1 0,7-5 0,1 0 0,-1 1 0,1-1 0,0 2 0,1-1 0,-1 1 0,1 1 0,0-1 0,-1 2 0,12-3 0,8-3 0,279-68 0,414-50 0,-690 122 0,51-8 0,99-1 0,-175 13 0,0 0 0,0 0 0,0 1 0,0 0 0,-1 1 0,8 1 0,-13-2 0,-1-1 0,1 0 0,0 1 0,-1-1 0,1 0 0,0 1 0,-1-1 0,1 1 0,0-1 0,-1 1 0,1-1 0,-1 1 0,1-1 0,-1 1 0,1 0 0,-1-1 0,0 1 0,1-1 0,-1 1 0,0 0 0,1 0 0,-1-1 0,0 2 0,0 0 0,0-1 0,-1 1 0,1-1 0,0 1 0,-1-1 0,1 1 0,-1-1 0,0 0 0,1 1 0,-1-1 0,0 0 0,0 0 0,0 1 0,0-1 0,0 0 0,-2 1 0,-9 9 0,0-2 0,-1 0 0,0 0 0,-24 11 0,-92 39 0,-210 66 0,-53-5-164,-1067 191-2293,-30-148 163,886-139 1311,90-35 0,380 0 492,-133-30-1,210 30 246,1-4 1,0-1-1,-56-26 0,94 35 146,1-1 1,0-1-1,0 0 0,1-1 0,0 0 0,1-1 1,0-1-1,1 0 0,1-1 0,-1-1 0,2 0 1,0 0-1,-10-18 0,14 18 3,2 0 0,-1 0 0,2-1 0,0 0 0,1 1 0,0-1 0,1 0 0,1 0 0,0-1 0,1 1 0,1 0 0,0 0 0,1 0 0,1 0 0,7-24 0,4-5-159,2 0 0,2 1 1,2 0-1,2 2 0,50-72 0,165-178-222,-2 33 500,48-52-116,-28-16 1140,-255 326-1042,15-21 389,0 0-1,-2-1 0,0-1 1,17-44-1,-30 65-342,1 1 1,0 0-1,-1-1 0,1 1 1,-1-1-1,1 1 0,-1-1 1,0 1-1,0-1 1,0 1-1,0-1 0,0 0 1,0 1-1,0-1 0,0 1 1,-1-1-1,1 1 0,0-1 1,-1 1-1,0-1 0,1 1 1,-1 0-1,0-1 0,1 1 1,-1 0-1,0-1 0,0 1 1,0 0-1,0 0 0,-1 0 1,0-1-1,-2 0 53,1 1 0,-1 0 0,0 0 0,0 0 0,0 1 0,1-1 0,-1 1-1,0 0 1,0 0 0,0 0 0,0 1 0,-6 1 0,-31 7 373,0 2 0,1 1-1,1 3 1,-64 32 0,-151 97 1077,-168 150 858,338-225-1889,3 3 1,-122 143 0,180-188-522,2 1 1,0 1 0,2 1-1,1 1 1,-13 33-1,28-59-1,1 1 0,0-1 0,0 1 0,1-1 0,-1 1 0,1 0 0,0 0 0,1-1 0,0 1 0,0 0 0,0 0 0,0 0 0,1 0 0,0-1 0,0 1 0,1 0 0,-1-1 0,1 1 0,4 7 0,0-5 0,-1-1 0,1 0 0,0 0 0,1-1 0,0 0 0,0 0 0,0-1 0,1 0 0,-1 0 0,1 0 0,0-1 0,10 4 0,33 11 0,1-3 0,1-1 0,0-3 0,75 8 0,846 73-227,-607-65-529,-219-16 405,458 45-1152,-18 49-509,-558-100 1930,0 1 0,-1 2 0,0 1 0,-1 2 1,0 0-1,-1 2 0,26 17 0,-50-28 82,1-1 0,-1 0 0,0 1 0,0 0 0,0 0 0,0 0 0,-1 0 0,1 0 0,-1 0 0,0 1 0,0 0 0,0-1 0,0 1 0,0 0 0,-1 0 0,0-1 0,0 1 0,0 0 0,1 6 0,-3-5 0,1-1 0,-1 1 0,0 0 0,0-1 0,-1 1 0,1-1 0,-1 0 0,0 1 0,0-1 0,0 0 0,-1 0 0,1 0 0,-1-1 0,-5 6 0,-10 9 0,-1-1 0,0-2 0,-1 0 0,-1 0 0,-28 13 0,-39 18 0,-2-4 0,-147 47 0,-204 33 0,188-64 1475,-327 32-1,567-89-1368,-5 2 193,-1-1 0,0-1 0,0-1 0,0-1 0,-29-5 0,35 0 125,14 0-243,22-7-131,27-3-50,0 2 0,80-10 0,-31 6 0,-22 3-1365,-15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611C4-4AC4-4E86-9BFD-DE90CD3F1641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D94E-4F0A-4991-9099-BB4B33D0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73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38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4636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47474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1821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4733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1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8072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95625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713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43731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13352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09801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EE8FA-6C47-44FF-8618-9D1635FF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CE6D9B-E647-49E7-9E60-BE83225634E1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01-01-2026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1173-6F66-46E9-A4C7-C4A54B04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7738-9F0F-43CB-810B-1E244A5C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28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0F518-EAA9-441B-89D2-EA992B684F7C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264F3-902E-6DC8-584A-F4D12B0DE7A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3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4D911-7BCC-2E5A-0235-05C22F2A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 descr="A picture containing text, building&#10;&#10;Description automatically generated">
            <a:extLst>
              <a:ext uri="{FF2B5EF4-FFF2-40B4-BE49-F238E27FC236}">
                <a16:creationId xmlns:a16="http://schemas.microsoft.com/office/drawing/2014/main" id="{B299C7FA-3AB7-35A1-B066-BEED22692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" y="0"/>
            <a:ext cx="1218814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14:cNvPr>
              <p14:cNvContentPartPr/>
              <p14:nvPr/>
            </p14:nvContentPartPr>
            <p14:xfrm>
              <a:off x="240611" y="262931"/>
              <a:ext cx="4586040" cy="128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611" y="199931"/>
                <a:ext cx="4711680" cy="1409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3107981-89E8-BD3E-3A28-29E4039B4AA7}"/>
              </a:ext>
            </a:extLst>
          </p:cNvPr>
          <p:cNvSpPr/>
          <p:nvPr/>
        </p:nvSpPr>
        <p:spPr>
          <a:xfrm>
            <a:off x="6172200" y="152400"/>
            <a:ext cx="5779189" cy="112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BB2B8-324B-7F32-A7FA-245E218D39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8" y="307025"/>
            <a:ext cx="6018667" cy="700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F3330-170B-2DFF-58DC-231D418F4399}"/>
              </a:ext>
            </a:extLst>
          </p:cNvPr>
          <p:cNvSpPr txBox="1"/>
          <p:nvPr/>
        </p:nvSpPr>
        <p:spPr>
          <a:xfrm>
            <a:off x="7447216" y="467450"/>
            <a:ext cx="426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Shaping Future India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7015B-A185-D275-5F7A-FDAB81785920}"/>
              </a:ext>
            </a:extLst>
          </p:cNvPr>
          <p:cNvSpPr txBox="1"/>
          <p:nvPr/>
        </p:nvSpPr>
        <p:spPr>
          <a:xfrm>
            <a:off x="3852333" y="1591145"/>
            <a:ext cx="415229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00" b="1" dirty="0"/>
              <a:t>NSE Web Scrapping</a:t>
            </a:r>
          </a:p>
          <a:p>
            <a:pPr algn="ctr"/>
            <a:endParaRPr lang="en-US" sz="3100" b="1" dirty="0"/>
          </a:p>
        </p:txBody>
      </p:sp>
    </p:spTree>
    <p:extLst>
      <p:ext uri="{BB962C8B-B14F-4D97-AF65-F5344CB8AC3E}">
        <p14:creationId xmlns:p14="http://schemas.microsoft.com/office/powerpoint/2010/main" val="209180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78E9DF-1AA3-152F-672B-644567EA472B}"/>
              </a:ext>
            </a:extLst>
          </p:cNvPr>
          <p:cNvSpPr txBox="1">
            <a:spLocks/>
          </p:cNvSpPr>
          <p:nvPr/>
        </p:nvSpPr>
        <p:spPr>
          <a:xfrm>
            <a:off x="1148081" y="690327"/>
            <a:ext cx="10841989" cy="21006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/>
              <a:t>Group No: 01</a:t>
            </a:r>
          </a:p>
          <a:p>
            <a:pPr algn="l"/>
            <a:r>
              <a:rPr lang="en-US" sz="3200" b="1" dirty="0">
                <a:solidFill>
                  <a:schemeClr val="bg2">
                    <a:lumMod val="75000"/>
                  </a:schemeClr>
                </a:solidFill>
              </a:rPr>
              <a:t>Program: PGDM BDA </a:t>
            </a:r>
            <a:endParaRPr lang="en-IN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1973D6E-3359-CD25-E580-65A3FFE7B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881991"/>
              </p:ext>
            </p:extLst>
          </p:nvPr>
        </p:nvGraphicFramePr>
        <p:xfrm>
          <a:off x="1148081" y="2925987"/>
          <a:ext cx="10207625" cy="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10206925" imgH="86536" progId="CorelDraw.Graphic.20">
                  <p:embed/>
                </p:oleObj>
              </mc:Choice>
              <mc:Fallback>
                <p:oleObj name="CorelDRAW" r:id="rId3" imgW="10206925" imgH="86536" progId="CorelDraw.Graphic.2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1973D6E-3359-CD25-E580-65A3FFE7B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8081" y="2925987"/>
                        <a:ext cx="10207625" cy="8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7F32EB3E-3698-EA02-5353-00B68F76FB4B}"/>
              </a:ext>
            </a:extLst>
          </p:cNvPr>
          <p:cNvSpPr txBox="1">
            <a:spLocks/>
          </p:cNvSpPr>
          <p:nvPr/>
        </p:nvSpPr>
        <p:spPr>
          <a:xfrm>
            <a:off x="1148081" y="4553556"/>
            <a:ext cx="9144000" cy="583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EEB863-F0BD-AD80-2826-58440754F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869689"/>
              </p:ext>
            </p:extLst>
          </p:nvPr>
        </p:nvGraphicFramePr>
        <p:xfrm>
          <a:off x="984451" y="3335455"/>
          <a:ext cx="9471260" cy="3019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5630">
                  <a:extLst>
                    <a:ext uri="{9D8B030D-6E8A-4147-A177-3AD203B41FA5}">
                      <a16:colId xmlns:a16="http://schemas.microsoft.com/office/drawing/2014/main" val="237232782"/>
                    </a:ext>
                  </a:extLst>
                </a:gridCol>
                <a:gridCol w="4735630">
                  <a:extLst>
                    <a:ext uri="{9D8B030D-6E8A-4147-A177-3AD203B41FA5}">
                      <a16:colId xmlns:a16="http://schemas.microsoft.com/office/drawing/2014/main" val="4183008876"/>
                    </a:ext>
                  </a:extLst>
                </a:gridCol>
              </a:tblGrid>
              <a:tr h="503229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  <a:endParaRPr lang="en-IN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Enrollment 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355859"/>
                  </a:ext>
                </a:extLst>
              </a:tr>
              <a:tr h="503229">
                <a:tc>
                  <a:txBody>
                    <a:bodyPr/>
                    <a:lstStyle/>
                    <a:p>
                      <a:r>
                        <a:rPr lang="en-US" dirty="0"/>
                        <a:t>Nishi Jamanani</a:t>
                      </a:r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20251039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104365"/>
                  </a:ext>
                </a:extLst>
              </a:tr>
              <a:tr h="503229">
                <a:tc>
                  <a:txBody>
                    <a:bodyPr/>
                    <a:lstStyle/>
                    <a:p>
                      <a:r>
                        <a:rPr lang="en-US" dirty="0"/>
                        <a:t>Mahendra Kumar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20251030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200438"/>
                  </a:ext>
                </a:extLst>
              </a:tr>
              <a:tr h="503229">
                <a:tc>
                  <a:txBody>
                    <a:bodyPr/>
                    <a:lstStyle/>
                    <a:p>
                      <a:r>
                        <a:rPr lang="en-US" dirty="0"/>
                        <a:t>Shaily Dave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20251049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08692"/>
                  </a:ext>
                </a:extLst>
              </a:tr>
              <a:tr h="503229">
                <a:tc>
                  <a:txBody>
                    <a:bodyPr/>
                    <a:lstStyle/>
                    <a:p>
                      <a:r>
                        <a:rPr lang="en-US" dirty="0"/>
                        <a:t>Satya Thakur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20251048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876670"/>
                  </a:ext>
                </a:extLst>
              </a:tr>
              <a:tr h="503229">
                <a:tc>
                  <a:txBody>
                    <a:bodyPr/>
                    <a:lstStyle/>
                    <a:p>
                      <a:r>
                        <a:rPr lang="en-US" dirty="0"/>
                        <a:t>Meet Rank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20251033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429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60509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84B3-4ED7-4197-8B49-424AD286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WEB SCRAPPING [22/12/2025  TO  24/12/2025]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6EC41E7-D99A-8E4F-5929-6F3AE5056F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5064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DF4EC9-7A92-D12D-1095-2F2B882252DD}"/>
              </a:ext>
            </a:extLst>
          </p:cNvPr>
          <p:cNvSpPr txBox="1"/>
          <p:nvPr/>
        </p:nvSpPr>
        <p:spPr>
          <a:xfrm>
            <a:off x="838200" y="1825625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1. Establishing a Secure Connection with NSE Website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EE34C-38D8-4D59-B8E3-9850988B80BE}"/>
              </a:ext>
            </a:extLst>
          </p:cNvPr>
          <p:cNvSpPr txBox="1"/>
          <p:nvPr/>
        </p:nvSpPr>
        <p:spPr>
          <a:xfrm>
            <a:off x="838200" y="2799194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2.  </a:t>
            </a:r>
            <a:r>
              <a:rPr lang="en-IN" sz="2400" b="1" dirty="0">
                <a:solidFill>
                  <a:schemeClr val="bg1"/>
                </a:solidFill>
              </a:rPr>
              <a:t>Accessing Live Market Data via NSE API Endpoint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9624A-E57A-D695-E889-F704517A6B51}"/>
              </a:ext>
            </a:extLst>
          </p:cNvPr>
          <p:cNvSpPr txBox="1"/>
          <p:nvPr/>
        </p:nvSpPr>
        <p:spPr>
          <a:xfrm>
            <a:off x="957943" y="46568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4. Cleaning and Selecting Relevant Market Variables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69731-6D41-B381-991D-95F70E54EFEF}"/>
              </a:ext>
            </a:extLst>
          </p:cNvPr>
          <p:cNvSpPr txBox="1"/>
          <p:nvPr/>
        </p:nvSpPr>
        <p:spPr>
          <a:xfrm>
            <a:off x="527957" y="5605550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5. Storing and Exporting the Processed Data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6F70A0-47BF-9C59-E862-CEE4FEC49DAA}"/>
              </a:ext>
            </a:extLst>
          </p:cNvPr>
          <p:cNvSpPr txBox="1"/>
          <p:nvPr/>
        </p:nvSpPr>
        <p:spPr>
          <a:xfrm>
            <a:off x="446314" y="374785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3. Extracting and Structuring Raw Data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90774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AD2E4A2-C4C6-44DA-5528-CDCFBC48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6" y="1923972"/>
            <a:ext cx="4807197" cy="3841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2C486A-2E9E-F04E-20F3-318FCAA94E2A}"/>
              </a:ext>
            </a:extLst>
          </p:cNvPr>
          <p:cNvSpPr txBox="1"/>
          <p:nvPr/>
        </p:nvSpPr>
        <p:spPr>
          <a:xfrm>
            <a:off x="287866" y="1403794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Create session &amp; headers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9E2CA-5055-DDE2-A38B-9FFA44DA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848" y="2348515"/>
            <a:ext cx="6039160" cy="552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66BCA8-A4F7-0C39-4DD5-829F5A9E2DBA}"/>
              </a:ext>
            </a:extLst>
          </p:cNvPr>
          <p:cNvSpPr txBox="1"/>
          <p:nvPr/>
        </p:nvSpPr>
        <p:spPr>
          <a:xfrm>
            <a:off x="5436311" y="1868357"/>
            <a:ext cx="6144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</a:t>
            </a:r>
            <a:r>
              <a:rPr lang="en-IN" sz="1600" b="1" dirty="0"/>
              <a:t>. NSE NIFTY 100 API URL</a:t>
            </a:r>
          </a:p>
          <a:p>
            <a:endParaRPr lang="en-IN" sz="1600" b="1" dirty="0"/>
          </a:p>
        </p:txBody>
      </p:sp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3425D58A-D303-1530-26B1-7C17E44FD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711" y="4137273"/>
            <a:ext cx="3600635" cy="787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637A06-18E7-4192-56C7-2C1576FDB09C}"/>
              </a:ext>
            </a:extLst>
          </p:cNvPr>
          <p:cNvSpPr txBox="1"/>
          <p:nvPr/>
        </p:nvSpPr>
        <p:spPr>
          <a:xfrm>
            <a:off x="5592536" y="3552498"/>
            <a:ext cx="6144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</a:t>
            </a:r>
            <a:r>
              <a:rPr lang="en-IN" sz="1600" b="1" dirty="0"/>
              <a:t>Fetch data from NSE</a:t>
            </a:r>
          </a:p>
          <a:p>
            <a:endParaRPr lang="en-IN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DD93D-EC0E-3776-3F41-E88DA44BEC08}"/>
              </a:ext>
            </a:extLst>
          </p:cNvPr>
          <p:cNvSpPr txBox="1"/>
          <p:nvPr/>
        </p:nvSpPr>
        <p:spPr>
          <a:xfrm>
            <a:off x="287866" y="480465"/>
            <a:ext cx="6585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CODES</a:t>
            </a:r>
            <a:endParaRPr lang="en-IN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05062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0D8C-EF7B-2EC1-6B29-90214D06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995A-B1D1-75EB-DEC1-87987A94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85" y="961723"/>
            <a:ext cx="10515600" cy="770171"/>
          </a:xfrm>
        </p:spPr>
        <p:txBody>
          <a:bodyPr>
            <a:normAutofit/>
          </a:bodyPr>
          <a:lstStyle/>
          <a:p>
            <a:r>
              <a:rPr lang="en-US" sz="3600" b="1" dirty="0"/>
              <a:t>Meaning Of Terms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ED7E5A2F-4D7C-EDDD-36CE-236762930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317275"/>
              </p:ext>
            </p:extLst>
          </p:nvPr>
        </p:nvGraphicFramePr>
        <p:xfrm>
          <a:off x="0" y="1825624"/>
          <a:ext cx="12975771" cy="4945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679E223-1686-0479-ED6B-D6A67E1DCA28}"/>
              </a:ext>
            </a:extLst>
          </p:cNvPr>
          <p:cNvSpPr txBox="1"/>
          <p:nvPr/>
        </p:nvSpPr>
        <p:spPr>
          <a:xfrm>
            <a:off x="653143" y="2661558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Open</a:t>
            </a:r>
            <a:endParaRPr lang="en-IN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B8633B-0C76-7005-3544-A5E717814048}"/>
              </a:ext>
            </a:extLst>
          </p:cNvPr>
          <p:cNvSpPr txBox="1"/>
          <p:nvPr/>
        </p:nvSpPr>
        <p:spPr>
          <a:xfrm>
            <a:off x="7576458" y="4166266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Total Traded Volume</a:t>
            </a:r>
            <a:endParaRPr lang="en-IN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88202A-8C87-6BE8-89A1-BA86805B9320}"/>
              </a:ext>
            </a:extLst>
          </p:cNvPr>
          <p:cNvSpPr txBox="1"/>
          <p:nvPr/>
        </p:nvSpPr>
        <p:spPr>
          <a:xfrm>
            <a:off x="7576458" y="3383811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pChange (%)</a:t>
            </a:r>
            <a:endParaRPr lang="en-IN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AF6BD0-BCF4-2881-FF57-F0518FC66511}"/>
              </a:ext>
            </a:extLst>
          </p:cNvPr>
          <p:cNvSpPr txBox="1"/>
          <p:nvPr/>
        </p:nvSpPr>
        <p:spPr>
          <a:xfrm>
            <a:off x="7576458" y="2781692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Change</a:t>
            </a:r>
            <a:endParaRPr lang="en-IN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B593E-75A2-8E4B-5830-3C8C707F515C}"/>
              </a:ext>
            </a:extLst>
          </p:cNvPr>
          <p:cNvSpPr txBox="1"/>
          <p:nvPr/>
        </p:nvSpPr>
        <p:spPr>
          <a:xfrm>
            <a:off x="653142" y="3554578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Day High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14602B-7FD1-B034-E55D-C69B886D2352}"/>
              </a:ext>
            </a:extLst>
          </p:cNvPr>
          <p:cNvSpPr txBox="1"/>
          <p:nvPr/>
        </p:nvSpPr>
        <p:spPr>
          <a:xfrm>
            <a:off x="653142" y="4447598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Day Low</a:t>
            </a:r>
            <a:endParaRPr lang="en-IN" sz="2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45B427-F1DC-7834-4B44-5923A743080E}"/>
              </a:ext>
            </a:extLst>
          </p:cNvPr>
          <p:cNvSpPr txBox="1"/>
          <p:nvPr/>
        </p:nvSpPr>
        <p:spPr>
          <a:xfrm>
            <a:off x="653143" y="5345669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Last Price </a:t>
            </a:r>
            <a:endParaRPr lang="en-IN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CBF1E7-BF59-4C09-02EE-CE0525A795F3}"/>
              </a:ext>
            </a:extLst>
          </p:cNvPr>
          <p:cNvSpPr txBox="1"/>
          <p:nvPr/>
        </p:nvSpPr>
        <p:spPr>
          <a:xfrm>
            <a:off x="653143" y="6243740"/>
            <a:ext cx="3222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Previous Close</a:t>
            </a:r>
            <a:endParaRPr lang="en-IN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DB8369-3F85-3CF3-AA6D-1E876595D689}"/>
              </a:ext>
            </a:extLst>
          </p:cNvPr>
          <p:cNvSpPr txBox="1"/>
          <p:nvPr/>
        </p:nvSpPr>
        <p:spPr>
          <a:xfrm>
            <a:off x="206829" y="1926771"/>
            <a:ext cx="4365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1. Price Related  Columns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A07491-B4AA-79C6-3FF6-F78BE36CD29C}"/>
              </a:ext>
            </a:extLst>
          </p:cNvPr>
          <p:cNvSpPr txBox="1"/>
          <p:nvPr/>
        </p:nvSpPr>
        <p:spPr>
          <a:xfrm>
            <a:off x="6716486" y="1949716"/>
            <a:ext cx="4365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2. Movement Related Columns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3563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2638-1346-D672-2312-2E17FE92E4CA}"/>
              </a:ext>
            </a:extLst>
          </p:cNvPr>
          <p:cNvSpPr txBox="1">
            <a:spLocks/>
          </p:cNvSpPr>
          <p:nvPr/>
        </p:nvSpPr>
        <p:spPr>
          <a:xfrm>
            <a:off x="838200" y="899794"/>
            <a:ext cx="10515600" cy="770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Calculated Columns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9778F87F-EC75-66AC-ACE3-CF54A7D168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06482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261AE48E-03B5-AD8D-A526-1A618B2E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5237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BF12FB-A7E6-77A4-5878-98246A29B8D5}"/>
              </a:ext>
            </a:extLst>
          </p:cNvPr>
          <p:cNvSpPr txBox="1"/>
          <p:nvPr/>
        </p:nvSpPr>
        <p:spPr>
          <a:xfrm>
            <a:off x="110066" y="-74832"/>
            <a:ext cx="7222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2">
                    <a:lumMod val="75000"/>
                  </a:schemeClr>
                </a:solidFill>
              </a:rPr>
              <a:t>Dashboard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27870D80-B6A5-E596-116F-1BC65FADD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0652221"/>
                  </p:ext>
                </p:extLst>
              </p:nvPr>
            </p:nvGraphicFramePr>
            <p:xfrm>
              <a:off x="0" y="719666"/>
              <a:ext cx="12192000" cy="613833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27870D80-B6A5-E596-116F-1BC65FADDD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19666"/>
                <a:ext cx="12192000" cy="61383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778297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9405B8-9284-01E1-03E9-0532BD890EB5}"/>
              </a:ext>
            </a:extLst>
          </p:cNvPr>
          <p:cNvSpPr txBox="1"/>
          <p:nvPr/>
        </p:nvSpPr>
        <p:spPr>
          <a:xfrm>
            <a:off x="152400" y="203200"/>
            <a:ext cx="7222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2">
                    <a:lumMod val="75000"/>
                  </a:schemeClr>
                </a:solidFill>
              </a:rPr>
              <a:t>Insights from 22-12-2025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2E4D5-ED63-8656-38CB-F6D5A9EB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37563"/>
            <a:ext cx="4525006" cy="1000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37E0C1-F2B2-E4E8-AB67-CB26799A1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755" y="1080458"/>
            <a:ext cx="3086531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306E55-4687-DC6A-7BC2-E38794784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3643193"/>
            <a:ext cx="3105583" cy="1743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623029-42FC-D039-0C5E-596ABDB67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0370" y="3643193"/>
            <a:ext cx="3096057" cy="1705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F7206E-C0A1-B7D6-45E3-FAE88F8B8345}"/>
              </a:ext>
            </a:extLst>
          </p:cNvPr>
          <p:cNvSpPr txBox="1"/>
          <p:nvPr/>
        </p:nvSpPr>
        <p:spPr>
          <a:xfrm>
            <a:off x="152400" y="1983701"/>
            <a:ext cx="452500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Insight:</a:t>
            </a:r>
            <a:br>
              <a:rPr lang="en-IN" dirty="0"/>
            </a:br>
            <a:r>
              <a:rPr lang="en-IN" dirty="0"/>
              <a:t>The market sentiment is </a:t>
            </a:r>
            <a:r>
              <a:rPr lang="en-IN" b="1" dirty="0"/>
              <a:t>strongly bullish</a:t>
            </a:r>
            <a:r>
              <a:rPr lang="en-IN" dirty="0"/>
              <a:t>, indicating broad participation from investors rather than gains being limited to a few stocks.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6C927-C4DE-985E-1AF9-A280EA408F25}"/>
              </a:ext>
            </a:extLst>
          </p:cNvPr>
          <p:cNvSpPr txBox="1"/>
          <p:nvPr/>
        </p:nvSpPr>
        <p:spPr>
          <a:xfrm>
            <a:off x="9565286" y="1858089"/>
            <a:ext cx="23543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Insight:</a:t>
            </a:r>
            <a:br>
              <a:rPr lang="en-IN" dirty="0"/>
            </a:br>
            <a:r>
              <a:rPr lang="en-IN" dirty="0"/>
              <a:t>These stocks are showing </a:t>
            </a:r>
            <a:r>
              <a:rPr lang="en-IN" b="1" dirty="0"/>
              <a:t>strong short-term momentum</a:t>
            </a:r>
            <a:r>
              <a:rPr lang="en-IN" dirty="0"/>
              <a:t>, attracting active buying interest.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5E9B1-A2BB-2FAA-5564-7EFA5360472D}"/>
              </a:ext>
            </a:extLst>
          </p:cNvPr>
          <p:cNvSpPr txBox="1"/>
          <p:nvPr/>
        </p:nvSpPr>
        <p:spPr>
          <a:xfrm>
            <a:off x="152400" y="5386511"/>
            <a:ext cx="432608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Insight:</a:t>
            </a:r>
            <a:br>
              <a:rPr lang="en-IN" dirty="0"/>
            </a:br>
            <a:r>
              <a:rPr lang="en-IN" dirty="0"/>
              <a:t>Some stocks faced </a:t>
            </a:r>
            <a:r>
              <a:rPr lang="en-IN" b="1" dirty="0"/>
              <a:t>selling pressure despite overall market strength</a:t>
            </a:r>
            <a:r>
              <a:rPr lang="en-IN" dirty="0"/>
              <a:t>, indicating stock-specific weakness rather than market-wide issues.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6D5AE-C892-558B-A973-DFEDD9D8C550}"/>
              </a:ext>
            </a:extLst>
          </p:cNvPr>
          <p:cNvSpPr txBox="1"/>
          <p:nvPr/>
        </p:nvSpPr>
        <p:spPr>
          <a:xfrm>
            <a:off x="8562109" y="4514852"/>
            <a:ext cx="308653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Insight:</a:t>
            </a:r>
            <a:br>
              <a:rPr lang="en-IN" dirty="0"/>
            </a:br>
            <a:r>
              <a:rPr lang="en-IN" dirty="0"/>
              <a:t>These stocks experienced </a:t>
            </a:r>
            <a:r>
              <a:rPr lang="en-IN" b="1" dirty="0"/>
              <a:t>sharp price movements</a:t>
            </a:r>
            <a:r>
              <a:rPr lang="en-IN" dirty="0"/>
              <a:t>, indicating higher risk and reward potential.</a:t>
            </a:r>
          </a:p>
        </p:txBody>
      </p:sp>
    </p:spTree>
    <p:extLst>
      <p:ext uri="{BB962C8B-B14F-4D97-AF65-F5344CB8AC3E}">
        <p14:creationId xmlns:p14="http://schemas.microsoft.com/office/powerpoint/2010/main" val="110830061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71C39B-4AC0-A280-D749-46161017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66964"/>
            <a:ext cx="7950199" cy="25938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B2935D-5F7C-E2EC-07D2-5ACA5AA72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7825"/>
            <a:ext cx="7950200" cy="3110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2CAFA4-E65E-3E00-763C-D0C307E07275}"/>
              </a:ext>
            </a:extLst>
          </p:cNvPr>
          <p:cNvSpPr txBox="1"/>
          <p:nvPr/>
        </p:nvSpPr>
        <p:spPr>
          <a:xfrm>
            <a:off x="8239991" y="1184564"/>
            <a:ext cx="3501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Insight:</a:t>
            </a:r>
            <a:br>
              <a:rPr lang="en-IN" dirty="0"/>
            </a:br>
            <a:r>
              <a:rPr lang="en-IN" dirty="0"/>
              <a:t>High turnover suggests </a:t>
            </a:r>
            <a:r>
              <a:rPr lang="en-IN" b="1" dirty="0"/>
              <a:t>strong interest from large investors</a:t>
            </a:r>
            <a:r>
              <a:rPr lang="en-IN" dirty="0"/>
              <a:t> such as institutions and mutual funds.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07BAE-DFB6-9461-992C-1B1F50106D93}"/>
              </a:ext>
            </a:extLst>
          </p:cNvPr>
          <p:cNvSpPr txBox="1"/>
          <p:nvPr/>
        </p:nvSpPr>
        <p:spPr>
          <a:xfrm>
            <a:off x="8385464" y="4594454"/>
            <a:ext cx="28990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Insight:</a:t>
            </a:r>
            <a:br>
              <a:rPr lang="en-IN" dirty="0"/>
            </a:br>
            <a:r>
              <a:rPr lang="en-IN" dirty="0"/>
              <a:t>These stocks remained </a:t>
            </a:r>
            <a:r>
              <a:rPr lang="en-IN" b="1" dirty="0"/>
              <a:t>inactive or range-bound</a:t>
            </a:r>
            <a:r>
              <a:rPr lang="en-IN" dirty="0"/>
              <a:t>, reflecting low investor interest for the day.</a:t>
            </a:r>
          </a:p>
        </p:txBody>
      </p:sp>
    </p:spTree>
    <p:extLst>
      <p:ext uri="{BB962C8B-B14F-4D97-AF65-F5344CB8AC3E}">
        <p14:creationId xmlns:p14="http://schemas.microsoft.com/office/powerpoint/2010/main" val="280015208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C781A1-FFFA-4652-5C4B-94D15D8EE472}"/>
              </a:ext>
            </a:extLst>
          </p:cNvPr>
          <p:cNvSpPr txBox="1"/>
          <p:nvPr/>
        </p:nvSpPr>
        <p:spPr>
          <a:xfrm>
            <a:off x="152400" y="203200"/>
            <a:ext cx="72220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2">
                    <a:lumMod val="75000"/>
                  </a:schemeClr>
                </a:solidFill>
              </a:rPr>
              <a:t>Insights from 23-12-2025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6A62EA-6CF2-6499-1CE4-38AA2787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7" y="1122905"/>
            <a:ext cx="4515480" cy="800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D2EA16-56E2-7985-CD60-911B526B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34" y="3363099"/>
            <a:ext cx="3048425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2731D5-D769-1FB4-144A-8EEE09A0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496" y="2379511"/>
            <a:ext cx="2648320" cy="1714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4EED8D-DB4E-E655-73DE-267DB1FB3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142" y="950264"/>
            <a:ext cx="3019846" cy="38700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8FA401-9298-45F4-82BE-6F92C4D12E78}"/>
              </a:ext>
            </a:extLst>
          </p:cNvPr>
          <p:cNvSpPr txBox="1"/>
          <p:nvPr/>
        </p:nvSpPr>
        <p:spPr>
          <a:xfrm>
            <a:off x="171123" y="2018178"/>
            <a:ext cx="45154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</a:p>
          <a:p>
            <a:r>
              <a:rPr lang="en-US" sz="1400" dirty="0"/>
              <a:t>The market exhibited a neutral-to-slight bullish bias with a balanced Advance-Decline ratio of 50:49, reflecting selective buying interest across the NIFTY 100.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7AE24-34AC-8BA9-67DF-00679CAE1FB9}"/>
              </a:ext>
            </a:extLst>
          </p:cNvPr>
          <p:cNvSpPr txBox="1"/>
          <p:nvPr/>
        </p:nvSpPr>
        <p:spPr>
          <a:xfrm>
            <a:off x="171123" y="5186072"/>
            <a:ext cx="3982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  <a:endParaRPr lang="en-US" sz="1400" dirty="0"/>
          </a:p>
          <a:p>
            <a:r>
              <a:rPr lang="en-US" sz="1400" dirty="0"/>
              <a:t>CHOLAFIN emerged as the day's top performer with 5.9% gains and a significant Alpha of 5.13, followed closely by momentum in PSU and Metal stocks like IRFC and COALINDIA.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54C1D-4B2A-09EC-36C7-B9E59EE8F451}"/>
              </a:ext>
            </a:extLst>
          </p:cNvPr>
          <p:cNvSpPr txBox="1"/>
          <p:nvPr/>
        </p:nvSpPr>
        <p:spPr>
          <a:xfrm>
            <a:off x="5011844" y="4169897"/>
            <a:ext cx="311169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  <a:endParaRPr lang="en-US" sz="1400" dirty="0"/>
          </a:p>
          <a:p>
            <a:r>
              <a:rPr lang="en-US" sz="1400" dirty="0"/>
              <a:t>Selling pressure was concentrated in Adani Group entities and select Telecom/FMCG giants like Bharti Airtel and VBL, which closed near their intraday lows.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2CE6B-4AD9-AE96-6193-5A975679C9C7}"/>
              </a:ext>
            </a:extLst>
          </p:cNvPr>
          <p:cNvSpPr txBox="1"/>
          <p:nvPr/>
        </p:nvSpPr>
        <p:spPr>
          <a:xfrm>
            <a:off x="8649880" y="4851055"/>
            <a:ext cx="3370997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  <a:endParaRPr lang="en-US" sz="1400" dirty="0"/>
          </a:p>
          <a:p>
            <a:r>
              <a:rPr lang="en-US" sz="1400" dirty="0"/>
              <a:t>The numerical values in the "Alpha Generators" column represent the </a:t>
            </a:r>
            <a:r>
              <a:rPr lang="en-US" sz="1400" b="1" dirty="0"/>
              <a:t>excess return</a:t>
            </a:r>
            <a:r>
              <a:rPr lang="en-US" sz="1400" dirty="0"/>
              <a:t> percentage generated by each stock relative to its benchmark.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12131239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69A8F-43AC-8340-DBC7-98FCF31F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7" y="193449"/>
            <a:ext cx="3057952" cy="33437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9687CC-14D0-0169-DFB1-D65B6B032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937" y="249704"/>
            <a:ext cx="2695951" cy="4186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409B58-A264-33C5-DA31-E77FF8F03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721" y="696749"/>
            <a:ext cx="3810532" cy="47345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E7179B-0255-1F66-DA97-D60A7EC43990}"/>
              </a:ext>
            </a:extLst>
          </p:cNvPr>
          <p:cNvSpPr txBox="1"/>
          <p:nvPr/>
        </p:nvSpPr>
        <p:spPr>
          <a:xfrm>
            <a:off x="216963" y="3765791"/>
            <a:ext cx="30015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</a:p>
          <a:p>
            <a:r>
              <a:rPr lang="en-US" sz="1400" dirty="0"/>
              <a:t>High 'Closing Strength' in stocks like ITC and LTIM suggests strong institutional accumulation towards the end of the session, signaling potential positive momentum for the next trading day.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E0CB3-CE35-2382-A783-D97EE54871C6}"/>
              </a:ext>
            </a:extLst>
          </p:cNvPr>
          <p:cNvSpPr txBox="1"/>
          <p:nvPr/>
        </p:nvSpPr>
        <p:spPr>
          <a:xfrm>
            <a:off x="3691265" y="4611231"/>
            <a:ext cx="42174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</a:p>
          <a:p>
            <a:r>
              <a:rPr lang="en-US" sz="1400" dirty="0"/>
              <a:t>Sellers were willing to dump shares even at lower prices right before the bell.</a:t>
            </a:r>
          </a:p>
          <a:p>
            <a:r>
              <a:rPr lang="en-US" sz="1400" dirty="0"/>
              <a:t>Often, a weak close suggests that the downward momentum might carry over into the next trading session </a:t>
            </a:r>
          </a:p>
          <a:p>
            <a:r>
              <a:rPr lang="en-US" sz="1400" dirty="0"/>
              <a:t>Anyone who bought during the middle of the day is now "underwater", which can lead to more selling pressure the next morning as they try to exit.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D6775-134D-ABD4-D787-6F8558CA19CC}"/>
              </a:ext>
            </a:extLst>
          </p:cNvPr>
          <p:cNvSpPr txBox="1"/>
          <p:nvPr/>
        </p:nvSpPr>
        <p:spPr>
          <a:xfrm>
            <a:off x="8036721" y="5558413"/>
            <a:ext cx="3992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</a:t>
            </a:r>
          </a:p>
          <a:p>
            <a:r>
              <a:rPr lang="en-US" sz="1400" dirty="0"/>
              <a:t>Volume Concentration &gt; 50%, the market is concentrated in a 15 stocks. Not all 100 stocks trading.</a:t>
            </a:r>
          </a:p>
        </p:txBody>
      </p:sp>
    </p:spTree>
    <p:extLst>
      <p:ext uri="{BB962C8B-B14F-4D97-AF65-F5344CB8AC3E}">
        <p14:creationId xmlns:p14="http://schemas.microsoft.com/office/powerpoint/2010/main" val="3722176182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44720-6823-9FB8-B43F-9591AF7820E9}"/>
              </a:ext>
            </a:extLst>
          </p:cNvPr>
          <p:cNvSpPr txBox="1"/>
          <p:nvPr/>
        </p:nvSpPr>
        <p:spPr>
          <a:xfrm>
            <a:off x="152400" y="203200"/>
            <a:ext cx="7222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2">
                    <a:lumMod val="75000"/>
                  </a:schemeClr>
                </a:solidFill>
              </a:rPr>
              <a:t>Insights from 24-12-2025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086E3-FD96-7068-ED25-9F565532D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07537"/>
            <a:ext cx="4601217" cy="828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9940F0-AFA0-F44A-AEC6-ED41E148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624" y="849531"/>
            <a:ext cx="3057952" cy="40296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02EEF-F47E-82DB-667D-993C98D9F35E}"/>
              </a:ext>
            </a:extLst>
          </p:cNvPr>
          <p:cNvSpPr txBox="1"/>
          <p:nvPr/>
        </p:nvSpPr>
        <p:spPr>
          <a:xfrm>
            <a:off x="406400" y="2709333"/>
            <a:ext cx="4601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Insights:</a:t>
            </a:r>
          </a:p>
          <a:p>
            <a:r>
              <a:rPr lang="en-US" sz="1400" dirty="0"/>
              <a:t>More stocks fell than rose in the market.</a:t>
            </a:r>
            <a:br>
              <a:rPr lang="en-US" sz="1400" dirty="0"/>
            </a:br>
            <a:r>
              <a:rPr lang="en-US" sz="1400" dirty="0"/>
              <a:t>This shows overall weakness in the market.</a:t>
            </a:r>
            <a:br>
              <a:rPr lang="en-US" sz="1400" dirty="0"/>
            </a:br>
            <a:r>
              <a:rPr lang="en-US" sz="1400" dirty="0"/>
              <a:t>Investor sentiment was negative.</a:t>
            </a:r>
            <a:br>
              <a:rPr lang="en-US" sz="1400" dirty="0"/>
            </a:br>
            <a:r>
              <a:rPr lang="en-US" sz="1400" dirty="0"/>
              <a:t>Market gains were not supported by most stocks.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97F20-F158-F054-69F7-50DF3FD42D1B}"/>
              </a:ext>
            </a:extLst>
          </p:cNvPr>
          <p:cNvSpPr txBox="1"/>
          <p:nvPr/>
        </p:nvSpPr>
        <p:spPr>
          <a:xfrm>
            <a:off x="6764866" y="5085140"/>
            <a:ext cx="46012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Insights:</a:t>
            </a:r>
          </a:p>
          <a:p>
            <a:r>
              <a:rPr lang="en-US" sz="1400" dirty="0"/>
              <a:t>Trading activity was mainly focused on a few stocks.</a:t>
            </a:r>
            <a:br>
              <a:rPr lang="en-US" sz="1400" dirty="0"/>
            </a:br>
            <a:r>
              <a:rPr lang="en-US" sz="1400" dirty="0"/>
              <a:t>Top 10 stocks formed a large part of total volume.</a:t>
            </a:r>
            <a:br>
              <a:rPr lang="en-US" sz="1400" dirty="0"/>
            </a:br>
            <a:r>
              <a:rPr lang="en-US" sz="1400" dirty="0"/>
              <a:t>This shows selective buying and selling.</a:t>
            </a:r>
            <a:br>
              <a:rPr lang="en-US" sz="1400" dirty="0"/>
            </a:br>
            <a:r>
              <a:rPr lang="en-US" sz="1400" dirty="0"/>
              <a:t>Overall participation was low.</a:t>
            </a:r>
          </a:p>
        </p:txBody>
      </p:sp>
    </p:spTree>
    <p:extLst>
      <p:ext uri="{BB962C8B-B14F-4D97-AF65-F5344CB8AC3E}">
        <p14:creationId xmlns:p14="http://schemas.microsoft.com/office/powerpoint/2010/main" val="281833578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4CEEC-82F6-DDE3-9F14-FF8623C7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1" y="1067207"/>
            <a:ext cx="3990132" cy="3250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33F762-E5C3-2961-7F2E-B41FE122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34" y="1067207"/>
            <a:ext cx="4368800" cy="32507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7D34A3-04B8-B019-B9E0-263D700D43EE}"/>
              </a:ext>
            </a:extLst>
          </p:cNvPr>
          <p:cNvSpPr txBox="1"/>
          <p:nvPr/>
        </p:nvSpPr>
        <p:spPr>
          <a:xfrm>
            <a:off x="548001" y="4512733"/>
            <a:ext cx="4601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Insights:</a:t>
            </a:r>
          </a:p>
          <a:p>
            <a:r>
              <a:rPr lang="en-US" sz="1400" dirty="0"/>
              <a:t>Some stocks performed well despite a weak market.</a:t>
            </a:r>
            <a:br>
              <a:rPr lang="en-US" sz="1400" dirty="0"/>
            </a:br>
            <a:r>
              <a:rPr lang="en-US" sz="1400" dirty="0"/>
              <a:t>Metals and defensive stocks showed strength.</a:t>
            </a:r>
            <a:br>
              <a:rPr lang="en-US" sz="1400" dirty="0"/>
            </a:br>
            <a:r>
              <a:rPr lang="en-US" sz="1400" dirty="0"/>
              <a:t>Price gains were limited but steady.</a:t>
            </a:r>
            <a:br>
              <a:rPr lang="en-US" sz="1400" dirty="0"/>
            </a:br>
            <a:r>
              <a:rPr lang="en-US" sz="1400" dirty="0"/>
              <a:t>Buying interest was stock-specific.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00220-C4A5-8ED7-6D10-EBFE092C85A2}"/>
              </a:ext>
            </a:extLst>
          </p:cNvPr>
          <p:cNvSpPr txBox="1"/>
          <p:nvPr/>
        </p:nvSpPr>
        <p:spPr>
          <a:xfrm>
            <a:off x="6544734" y="4512732"/>
            <a:ext cx="4601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Insights:</a:t>
            </a:r>
          </a:p>
          <a:p>
            <a:r>
              <a:rPr lang="en-US" sz="1400" dirty="0"/>
              <a:t>Several major stocks declined during the session.</a:t>
            </a:r>
            <a:br>
              <a:rPr lang="en-US" sz="1400" dirty="0"/>
            </a:br>
            <a:r>
              <a:rPr lang="en-US" sz="1400" dirty="0"/>
              <a:t>Selling pressure was seen in high-risk stocks.</a:t>
            </a:r>
            <a:br>
              <a:rPr lang="en-US" sz="1400" dirty="0"/>
            </a:br>
            <a:r>
              <a:rPr lang="en-US" sz="1400" dirty="0"/>
              <a:t>Investors preferred safer stocks.</a:t>
            </a:r>
            <a:br>
              <a:rPr lang="en-US" sz="1400" dirty="0"/>
            </a:br>
            <a:r>
              <a:rPr lang="en-US" sz="1400" dirty="0"/>
              <a:t>Market mood remained cautious.</a:t>
            </a:r>
          </a:p>
        </p:txBody>
      </p:sp>
    </p:spTree>
    <p:extLst>
      <p:ext uri="{BB962C8B-B14F-4D97-AF65-F5344CB8AC3E}">
        <p14:creationId xmlns:p14="http://schemas.microsoft.com/office/powerpoint/2010/main" val="327054782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0D8C-B2AE-2E2E-D804-899CA1C8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Learnings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251694-C15E-8BF6-504D-B14D67FDA0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8472"/>
            <a:ext cx="101529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22 Dec 2025 showed strong bullish 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78 out of 100 stocks closing positive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price change of ~0.76%.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 momentum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weakened on 23 Dec 2025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as positive and negative stocks were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almost evenly split (50 gainers, 49 losers)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consolidation.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24 Dec 2025 reflected bearish sentiment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65 stocks closing negative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price change of ~ -0.20%.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Trading volume remained consistently high</a:t>
            </a:r>
            <a:r>
              <a:rPr lang="en-US" sz="1800" dirty="0"/>
              <a:t> across all three days,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 showing sustained investor participation despite market fluctuations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Price movement patterns suggest a </a:t>
            </a:r>
            <a:r>
              <a:rPr lang="en-US" sz="1800" b="1" dirty="0"/>
              <a:t>shift from bullish trend to cautious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and corrective market behavior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1934232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B23AF-C990-A352-3BB2-5C98BE5CF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955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project successfully demonstrated </a:t>
            </a:r>
            <a:r>
              <a:rPr lang="en-US" sz="2000" b="1" dirty="0"/>
              <a:t>end-to-end NSE web scraping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Real-time data was </a:t>
            </a:r>
            <a:r>
              <a:rPr lang="en-US" sz="2000" b="1" dirty="0"/>
              <a:t>collected, cleaned, and structured efficiently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Dashboards were created to </a:t>
            </a:r>
            <a:r>
              <a:rPr lang="en-US" sz="2000" b="1" dirty="0"/>
              <a:t>present data in a clear and organized manner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project strengthened </a:t>
            </a:r>
            <a:r>
              <a:rPr lang="en-US" sz="2000" b="1" dirty="0"/>
              <a:t>practical application of Big Data Analytics concepts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Overall, the work enhanced </a:t>
            </a:r>
            <a:r>
              <a:rPr lang="en-US" sz="2000" b="1" dirty="0"/>
              <a:t>technical skills, analytical thinking, and teamwork</a:t>
            </a: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526D73-EBDD-7E03-9169-2A51F096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0113"/>
            <a:ext cx="10515600" cy="769937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88775232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D4A1153-0B84-4C79-9ACC-97109AB4EE43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FECE0876-7194-4DA5-BF6F-505C6DF0AD92&quot;"/>
    <we:property name="reportUrl" value="&quot;/groups/me/reports/039ed0a1-4a96-4b61-9177-7cafc71a5cc5/09e39bd18f8860ef5f6f?bookmarkGuid=6f9bda1c-2f4d-409d-b468-76cb1711a66f&amp;bookmarkUsage=1&amp;ctid=452a0083-a6e2-46aa-8082-480002eeb4b5&amp;fromEntryPoint=export&quot;"/>
    <we:property name="reportName" value="&quot;Dashboard&quot;"/>
    <we:property name="reportState" value="&quot;CONNECTED&quot;"/>
    <we:property name="embedUrl" value="&quot;/reportEmbed?reportId=039ed0a1-4a96-4b61-9177-7cafc71a5cc5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pageName" value="&quot;09e39bd18f8860ef5f6f&quot;"/>
    <we:property name="pageDisplayName" value="&quot;NIFTY 100&quot;"/>
    <we:property name="datasetId" value="&quot;79e1c1ce-3747-4ba7-b88b-26aa87f9a978&quot;"/>
    <we:property name="backgroundColor" value="&quot;#FFFFFF&quot;"/>
    <we:property name="bookmark" value="&quot;H4sIAAAAAAAAA+1cWXPbOBL+Ky6+5EXZAkAQBPM2uXZS68l6xy7vTG25phpAQ+aEJrUklVib8n/f5iFfkSzF44N26BeLOLsb/XU3GiC/Bi6tZhksPsIJBq+C10Xx6QTKTzs8mAR5V6akjrX0wAREHIVC6SKqLWZ1WuRV8OprUEM5xfowreaQNQNR4X+OJgFk2R5MmycPWYWTYIZlVeSQpf/DrjFV1eUczyYBns6yooRmyP0aamyG/UzN6ZlI4H8LaUawdfoZ99HWXSlLMEyM49prrRj6yCtPzaquQUvZyibN0O30b4q8hjSnaZoyLiRTECsWxoJb64QXuimv0nya9QRf9D1YzBrh1Hham+K0kYf5kyZuRjo7I4biWDuwIEhgxisIwTrT9PZpVvcTmsW701lJsvq6FLVUMpYgMWbcKwMQeylo6Lqb6w3JZVqUqSU6Jv1AzTiHSzmJSfC+LE7aEfsFzanlu7xO6wU9fPzw/uB3ztgfDmqgio4HdkZr9e9jLLHtSEJxaSdhGqWom38NnVhVfeGH/GpZ1ffL5if5t633i3lp8Vf0Fw8tXY2Q9sqCdKKlrVqcmCKjUiLmELJ5q0Q07G5KXHaCb4up6YuWjx1i5EXT/uis+TvqlOjSxFsRtEY264ibBMfFlzcl0kq44BU/m3xdLs5P7jPklkqvk/HTdFriFJYSfXdfNB7My7wgyLTl7+d5jxJ2nWjWiupGpbZQuqsaTQ+lw/L1ol3qt2m5BCGp3LuBsUv8NfgDnjjHDNhEaGaZDFWyEX/aJTwU1loFTOkIMHR6xN+Iv21orIuaAFSCQ3fYjIo/CBC34LtDpOdJEgqIY0vRRALkY3U8InJE5L1p5uzNMeTT6/rInykO13LboY87DeBREJi45iFzSejWo69fwoNi9nFrYFVz8985lovgugT2lxX0+1/LH3cB0X3MSOx3ibXJkgSfYuaCZpJ/Ptg6rydv9dq2lnXSLBKtM2t3HZ1wRIPCuzF3927ZDsBkuL7vuVI9mkljwzdptwktDJQ0Vlk/TbPWq36XEaDWf17a8/dBwWJ7Tf1O/ThqoRZ6FYeRcNoKpbSROo79RoN6NWC5N1X+BcpPWO80mZR5NWyNvoS6i+WNbqHQrsjn9ZNQ6XUsP7hGX1eTTrFtlMTgvQO0Hn2sOXi9MU5HHSaGgXC0zWbUnUUuHOP0wcbpgzIBtG2kSbKm5Ua/NiCyt/bFA6L5DpOElYWaFHylxV1pxX5rwTYEpSKgPlCQQDstJ0NnBHfKo0m80DcECb0tjRObRDryPrHa6dhwZ+RoSwdrS7fKefycEv2lPV7s4mfMviXnvP7bqiUFh1Cm3QFZL77bstQrxfl4wRUu3zanb02zSyS1hTsXBU11zwhVLYbtXu7Q5mVpjt8TYvLrIeZzV4PtQtjnLoXO9jPtnHAYWu4wDmXIpb3hBHjMuA0q4/Z3mO3sIVXmNYyJt3GPskkfvv9IoaXtSeQrtsHCY2biMAIupVE2dgkkTAkebpGwiMOEA/MJaBNyKzy2l4fGIHsMsgcbVwzYPjpY/JxOj59UMoRo3i2+PCmSM6jqPTJLd+GBxs3MuJnZejOjdCKVZCKJQIA0kfYMN/pYhbF3oaOuzKhIOs0w+Ws+NrvsY3cL6trQ34ayf0jLJKd5XsZe4UsJFl7qyKuXnifGqxitjOSDhd7ZdeT2wtzocYXYbdutqQ1vrJW7Sy/9rY9+7np6zf5NAgv2GN3bi/vt3Tqm7bWXytJ0H1xnnk9mREi1NNbLp3+keTfQLvr6++34bbRzpc5Mgl/Js7YUrNWXFqNXr/ILETSe67mxG65jN3yW7Mp17NJwR1sc0mQUK5RXHHxwguW0xW4LxwYSs46oFLv6wrXV2Frz1duC11Cl9sUyNzDGDJtjhnOz//xl0EUMQikUkmNkubcyDLWyYn3E8LD3Y9ZmnB4NUG+phyu+5JcxtUmP7i+jEiunYsETbxIRcR9HLIKN0R51kYazyAhlw8ghQGjHjMqYURmyqRrwVv8W75MMiPq7u6japCn2a7Cf0HX0UQxnijFxMSYutgpDJBohuAmZlUxZppj2fKMrM7FzGKk4SkArVIozq34QV/Y6ne78UuS4XbbixYfc4elDebLLtD0527fivaPRAd/i3DSbV6SG585g9AN/1Q/cE0D7tySclkmsLdPaG+eM50JuNL/jS59PbyfRL12iXSwt10kMFoyWzEVwsXTj7aZh3G666eMJy3tN47WmR9x3P+qrSOFt3PLTf0PaoLQQCk8my5okcRT5j65qdFWjq3pUV7XV50VGnzX6rB/QZ7XqvuogqpjX1Qws7kGOKw6kaN0gd+j63+sOpdqv9p2fR52d/R8HIqmPLVAAAA==&quot;"/>
    <we:property name="initialStateBookmark" value="&quot;H4sIAAAAAAAAA+1cW3PbOg7+Kxm99MXdISmKovrWS7qn07TNNpns7uxkOiAJOjpVJK8kt/F28t8Xuji32rGbk4uTKi+xeAVAfAAIUvoRuLSaZDD7CMcYvAheFcXXYyi/bvFgFOR92adP7z+8/Pz+y8eXH7apuJjUaZFXwYsfQQ3lGOuDtJpC1oxAhf85HAWQZbswbp48ZBWOggmWVZFDlv4Pu8ZUVZdTPB0FeDLJihKaIfdqqLEZ9hs1p2eam/8tpBnB1uk33ENbd6UswTAxjmuvtWLoI688Nau6Bi1lC5s0Q7fTvy7yGtKcpmnKuJBMQaxYGAturRNe6Ka8SvNx1hN83nd/NmmkUuNJbYqTRh7mT5q4Gen0lBiKY+3AgkChjFcQgnWm6e3TrO4nNLPtk0lJsvoxl7FUMpYgMWbcKwMQeylo6Lqb6zXJZVyUqSU6Rv1AzTgHczmJUfC2LI7bEfuVzKnldl6n9YwePr57u/9vztgXBzVQRccDO6W1+ucRlth2JKG4tJMwjVLUzb+GTqyqvvBdfrms6vtl0+P859Z7xbS0+Bn9+UNLVyOk3bIgnWhpq2bHpsiolIg5gGzaKhENu5MSl53g22Jq+qzlY4sYeda0Pzxt/g47Jbow8VoELZHNMuJGwVHx/XWJtBIueMFPRz/mi/PSfYPcUulVMl6OxyWOYS7R7buicX9a5gVBpi1/O817lLCrRLNWVNcqtYXSXdZoeigdlq9m7VK/Scs5CEnltjeMXeKvwR/wxDlmwCZCM8tkqJKV+NMu4aGw1ipgSkeAodMD/gb8rUNjXdQEoBIcuoNmVPxNgLgG3x0iPU+SUEAcWy19AuRjdTwgckDknWnm5PUR5OOr+sifKA6XctuhjzsN4FEQmLjmIXNJ6Jajr1/C/WLycW1gVVPz3ymWs+CqBPbmFfT7H/MftwHRPcxI7LeJtdGcBJ9i5oJmkk/3ts7LyVu8tq1lHTWLROvM2l1HJxzRoPB2zN2dW7Z9MBku73umVA9m0tjmm7SbhBYGShqrrB+nWetVv8sIUOs/L+z5+6Bgtr6m/qJ+HLZQC72Kw0g4bYVS2kgdx36lQb0csNyZKn+A8ivWW00mZVpttkZfQN358kY3UGhX5NP6Uaj0MpbvXaOvqkmn2DZKYvDeAVqPPtYcvF4Zp6MOE8NAONpmM+rOIhcOcfrGxukbZQJo20iTZE3LlX5tg8he2xdvEM23mCSsLNSk4Ast7kIr9q8WbJugVATUewoSaKflZOiM4E55NIkX+pogobelcWKTSEfeJ1Y7HRvujBxs6cba0rVyHn+kRH9pj2Y7+A2zn8k5q/+5ak7BAZRpd0DWi++mLPVKcTZecInLN83pW9PsAklt4dZ5QVPdM0JVs812L7do87I0x18JMfnVEPOpq8F6IexTl0Jn+5l2TjgMLXcYhzLk0l5zAjxk3DYq4/Z3mGztIlXmNQyJt2GPskoffv1IoaXtUeQr1sHCQ2biMAIupVE2dgkkTAkerpGwiMOEA/MJaBNyKzy2l4eGIHsIsjc2rthg++hg9kc6PnpUyRCieaf4/qhIzqCqd8ks3YYHGjYzw2Zm7c2M0olUkokkAgHSRNozXOljFcbehY66MqMi6TTD5K/52Oyij90pqGtDfxvKfpGWSU7zPI+9wucSLDzXkVfPPU+MVzFaGcl7C72zq8jthbnS4wqx07ZbUhteWyt35l76Zx/91PX0iv0bBRbsEbo35xfbu3VM22svlaXp3rnOPB9PiJBqbqznT+/TvBtoB33963b8Jtq5UGdGwWfyrC0FS/WlxejlO/xCBI3nemrshsvYDZ8ku3IZuzTc4RqHNBnFCuUlBx8cYzlusdvCsYHEpCMqxa6+cG01ttZ88bbgFVSpfTbPDQwxw+qY4czsP30ZdBGDUAqF5BhZ7q0MQ62sWB4x3O/9mKUZpwcD1Bvq4Yrv+UVMrdKju8uoxMqpWPDEm0RE3McRi2BltEddpOEsMkLZMHIIENohozJkVDbZVG3wVv8G75NsEPW3d1G1SVPs1WC/ouvooxjOFEPiYkhcrBWGSDRCcBMyK5myTDHt+UpXZmLnMFJxlIBWqBRnVv0mruxVOt76UOS4Xrbi2bvc4cl9ebKLtD0627fgvaPBAd/g3DSbVqSGZ85g8AN/1Q/cEUD7tySclkmsLdPaG+eM50KuNL/DS5+PbyfRL12iXSwt10kMFoyWzEVwvnTD7abNuN103ccT5veahmtND7jvftBXkcKbuOXH/4a0QWkhFJ5MljVJ4ijyH1zV4KoGV/Wgrmqtz4sMPmvwWb+hz2rVfdFBVDGtqwlY3IUcFxxI0bpB7tD1v5cdSrVf7QvaSUhuaa+j13RovuV3dn51evp/ugAZwFZQAAA=&quot;"/>
    <we:property name="isFiltersActionButtonVisible" value="true"/>
    <we:property name="isVisualContainerHeaderHidden" value="false"/>
    <we:property name="reportEmbeddedTime" value="&quot;2026-01-01T07:01:37.345Z&quot;"/>
    <we:property name="creatorTenantId" value="&quot;452a0083-a6e2-46aa-8082-480002eeb4b5&quot;"/>
    <we:property name="creatorUserId" value="&quot;10032005095A69E9&quot;"/>
    <we:property name="creatorSessionId" value="&quot;cc5cfca3-1ef2-4005-a64c-3d211b17de97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Adani</Template>
  <TotalTime>809</TotalTime>
  <Words>846</Words>
  <Application>Microsoft Office PowerPoint</Application>
  <PresentationFormat>Widescreen</PresentationFormat>
  <Paragraphs>105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Adani Regular</vt:lpstr>
      <vt:lpstr>Arial</vt:lpstr>
      <vt:lpstr>Calibri</vt:lpstr>
      <vt:lpstr>Adani</vt:lpstr>
      <vt:lpstr>CorelDRAW</vt:lpstr>
      <vt:lpstr>PowerPoint Presentation</vt:lpstr>
      <vt:lpstr>PowerPoint Presentation</vt:lpstr>
      <vt:lpstr>WEB SCRAPPING [22/12/2025  TO  24/12/2025]</vt:lpstr>
      <vt:lpstr>PowerPoint Presentation</vt:lpstr>
      <vt:lpstr>Meaning Of Terms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Learnings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Univariate Statistics</dc:title>
  <dc:creator>Utkarsh  Sharma</dc:creator>
  <cp:lastModifiedBy>NishiJamnani</cp:lastModifiedBy>
  <cp:revision>32</cp:revision>
  <dcterms:created xsi:type="dcterms:W3CDTF">2022-04-05T09:55:23Z</dcterms:created>
  <dcterms:modified xsi:type="dcterms:W3CDTF">2026-01-01T07:08:26Z</dcterms:modified>
</cp:coreProperties>
</file>